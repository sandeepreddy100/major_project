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autoCompressPictures="0">
  <p:sldMasterIdLst>
    <p:sldMasterId id="2147483932" r:id="rId1"/>
  </p:sldMasterIdLst>
  <p:notesMasterIdLst>
    <p:notesMasterId r:id="rId16"/>
  </p:notesMasterIdLst>
  <p:handoutMasterIdLst>
    <p:handoutMasterId r:id="rId17"/>
  </p:handoutMasterIdLst>
  <p:sldIdLst>
    <p:sldId id="491" r:id="rId2"/>
    <p:sldId id="257" r:id="rId3"/>
    <p:sldId id="525" r:id="rId4"/>
    <p:sldId id="526" r:id="rId5"/>
    <p:sldId id="540" r:id="rId6"/>
    <p:sldId id="546" r:id="rId7"/>
    <p:sldId id="549" r:id="rId8"/>
    <p:sldId id="550" r:id="rId9"/>
    <p:sldId id="548" r:id="rId10"/>
    <p:sldId id="541" r:id="rId11"/>
    <p:sldId id="542" r:id="rId12"/>
    <p:sldId id="504" r:id="rId13"/>
    <p:sldId id="547" r:id="rId14"/>
    <p:sldId id="514" r:id="rId15"/>
  </p:sldIdLst>
  <p:sldSz cx="9144000" cy="5143500" type="screen16x9"/>
  <p:notesSz cx="6858000" cy="9296400"/>
  <p:embeddedFontLst>
    <p:embeddedFont>
      <p:font typeface="Garamond" panose="02020404030301010803" pitchFamily="18" charset="0"/>
      <p:regular r:id="rId18"/>
      <p:bold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3">
          <p15:clr>
            <a:srgbClr val="A4A3A4"/>
          </p15:clr>
        </p15:guide>
        <p15:guide id="2" orient="horz" pos="325">
          <p15:clr>
            <a:srgbClr val="A4A3A4"/>
          </p15:clr>
        </p15:guide>
        <p15:guide id="3" orient="horz" pos="2917">
          <p15:clr>
            <a:srgbClr val="A4A3A4"/>
          </p15:clr>
        </p15:guide>
        <p15:guide id="4" orient="horz" pos="399">
          <p15:clr>
            <a:srgbClr val="A4A3A4"/>
          </p15:clr>
        </p15:guide>
        <p15:guide id="5" pos="576">
          <p15:clr>
            <a:srgbClr val="A4A3A4"/>
          </p15:clr>
        </p15:guide>
        <p15:guide id="6" pos="5184">
          <p15:clr>
            <a:srgbClr val="A4A3A4"/>
          </p15:clr>
        </p15:guide>
        <p15:guide id="7" pos="2880">
          <p15:clr>
            <a:srgbClr val="A4A3A4"/>
          </p15:clr>
        </p15:guide>
        <p15:guide id="8" pos="5108">
          <p15:clr>
            <a:srgbClr val="A4A3A4"/>
          </p15:clr>
        </p15:guide>
        <p15:guide id="9" pos="653">
          <p15:clr>
            <a:srgbClr val="A4A3A4"/>
          </p15:clr>
        </p15:guide>
      </p15:sldGuideLst>
    </p:ext>
    <p:ext uri="{2D200454-40CA-4A62-9FC3-DE9A4176ACB9}">
      <p15:notesGuideLst xmlns:p15="http://schemas.microsoft.com/office/powerpoint/2012/main">
        <p15:guide id="1" orient="horz" pos="2592">
          <p15:clr>
            <a:srgbClr val="A4A3A4"/>
          </p15:clr>
        </p15:guide>
        <p15:guide id="2" orient="horz" pos="5542">
          <p15:clr>
            <a:srgbClr val="A4A3A4"/>
          </p15:clr>
        </p15:guide>
        <p15:guide id="3" orient="horz" pos="5777">
          <p15:clr>
            <a:srgbClr val="A4A3A4"/>
          </p15:clr>
        </p15:guide>
        <p15:guide id="4" pos="286">
          <p15:clr>
            <a:srgbClr val="A4A3A4"/>
          </p15:clr>
        </p15:guide>
        <p15:guide id="5" pos="40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59596"/>
    <a:srgbClr val="3A195B"/>
    <a:srgbClr val="005094"/>
    <a:srgbClr val="004170"/>
    <a:srgbClr val="F0F1F1"/>
    <a:srgbClr val="004670"/>
    <a:srgbClr val="00468C"/>
    <a:srgbClr val="004D8E"/>
    <a:srgbClr val="145094"/>
    <a:srgbClr val="005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A4B93D-47A1-4BD8-991C-7405B63A3A83}" v="1" dt="2026-01-18T11:59:34.4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89011" autoAdjust="0"/>
  </p:normalViewPr>
  <p:slideViewPr>
    <p:cSldViewPr snapToGrid="0" showGuides="1">
      <p:cViewPr varScale="1">
        <p:scale>
          <a:sx n="64" d="100"/>
          <a:sy n="64" d="100"/>
        </p:scale>
        <p:origin x="1248" y="272"/>
      </p:cViewPr>
      <p:guideLst>
        <p:guide orient="horz" pos="2843"/>
        <p:guide orient="horz" pos="325"/>
        <p:guide orient="horz" pos="2917"/>
        <p:guide orient="horz" pos="399"/>
        <p:guide pos="576"/>
        <p:guide pos="5184"/>
        <p:guide pos="2880"/>
        <p:guide pos="5108"/>
        <p:guide pos="653"/>
      </p:guideLst>
    </p:cSldViewPr>
  </p:slideViewPr>
  <p:notesTextViewPr>
    <p:cViewPr>
      <p:scale>
        <a:sx n="75" d="100"/>
        <a:sy n="75" d="100"/>
      </p:scale>
      <p:origin x="0" y="0"/>
    </p:cViewPr>
  </p:notesTextViewPr>
  <p:sorterViewPr>
    <p:cViewPr>
      <p:scale>
        <a:sx n="71" d="100"/>
        <a:sy n="71" d="100"/>
      </p:scale>
      <p:origin x="0" y="0"/>
    </p:cViewPr>
  </p:sorterViewPr>
  <p:notesViewPr>
    <p:cSldViewPr snapToGrid="0">
      <p:cViewPr varScale="1">
        <p:scale>
          <a:sx n="86" d="100"/>
          <a:sy n="86" d="100"/>
        </p:scale>
        <p:origin x="-3894" y="-96"/>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3" name="Notes Placeholder 2"/>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800"/>
      </a:spcBef>
      <a:buFont typeface="Arial" pitchFamily="34" charset="0"/>
      <a:buChar char="•"/>
      <a:defRPr sz="1200" kern="1200">
        <a:solidFill>
          <a:schemeClr val="tx1"/>
        </a:solidFill>
        <a:latin typeface="Arial" pitchFamily="34" charset="0"/>
        <a:ea typeface="+mn-ea"/>
        <a:cs typeface="Arial" pitchFamily="34" charset="0"/>
      </a:defRPr>
    </a:lvl1pPr>
    <a:lvl2pPr marL="285750" indent="-112713" algn="l" defTabSz="914400" rtl="0" eaLnBrk="1" latinLnBrk="0" hangingPunct="1">
      <a:spcBef>
        <a:spcPts val="200"/>
      </a:spcBef>
      <a:buFont typeface="Arial" pitchFamily="34" charset="0"/>
      <a:buChar char="•"/>
      <a:defRPr sz="1100" kern="1200">
        <a:solidFill>
          <a:schemeClr val="tx1"/>
        </a:solidFill>
        <a:latin typeface="Arial" pitchFamily="34" charset="0"/>
        <a:ea typeface="+mn-ea"/>
        <a:cs typeface="Arial" pitchFamily="34" charset="0"/>
      </a:defRPr>
    </a:lvl2pPr>
    <a:lvl3pPr marL="403225" indent="-117475" algn="l" defTabSz="914400" rtl="0" eaLnBrk="1" latinLnBrk="0" hangingPunct="1">
      <a:spcBef>
        <a:spcPts val="200"/>
      </a:spcBef>
      <a:buFont typeface="Arial" pitchFamily="34" charset="0"/>
      <a:buChar char="•"/>
      <a:defRPr sz="1050" kern="1200">
        <a:solidFill>
          <a:schemeClr val="tx1"/>
        </a:solidFill>
        <a:latin typeface="Arial" pitchFamily="34" charset="0"/>
        <a:ea typeface="+mn-ea"/>
        <a:cs typeface="Arial" pitchFamily="34" charset="0"/>
      </a:defRPr>
    </a:lvl3pPr>
    <a:lvl4pPr marL="569913" indent="-112713" algn="l" defTabSz="914400" rtl="0" eaLnBrk="1" latinLnBrk="0" hangingPunct="1">
      <a:spcBef>
        <a:spcPts val="200"/>
      </a:spcBef>
      <a:buFont typeface="Arial" pitchFamily="34" charset="0"/>
      <a:buChar char="•"/>
      <a:defRPr sz="1050" kern="1200">
        <a:solidFill>
          <a:schemeClr val="tx1"/>
        </a:solidFill>
        <a:latin typeface="Arial" pitchFamily="34" charset="0"/>
        <a:ea typeface="+mn-ea"/>
        <a:cs typeface="Arial"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400050"/>
            <a:ext cx="6197600" cy="3486150"/>
          </a:xfrm>
        </p:spPr>
        <p:txBody>
          <a:bodyPr/>
          <a:lstStyle/>
          <a:p>
            <a:endParaRPr lang="en-IN"/>
          </a:p>
        </p:txBody>
      </p:sp>
      <p:sp>
        <p:nvSpPr>
          <p:cNvPr id="3" name="Notes Placeholder 2"/>
          <p:cNvSpPr>
            <a:spLocks noGrp="1"/>
          </p:cNvSpPr>
          <p:nvPr>
            <p:ph type="body" idx="1"/>
          </p:nvPr>
        </p:nvSpPr>
        <p:spPr/>
        <p:txBody>
          <a:bodyPr/>
          <a:lstStyle/>
          <a:p>
            <a:pPr marL="0" indent="0">
              <a:buFontTx/>
              <a:buNone/>
            </a:pPr>
            <a:endParaRPr lang="en-US" dirty="0"/>
          </a:p>
        </p:txBody>
      </p:sp>
    </p:spTree>
    <p:extLst>
      <p:ext uri="{BB962C8B-B14F-4D97-AF65-F5344CB8AC3E}">
        <p14:creationId xmlns:p14="http://schemas.microsoft.com/office/powerpoint/2010/main" val="1940309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49993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73928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40966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87793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37EFA-C58C-B72B-CD77-DB21C0C7F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38206-0941-954B-4152-F09D811820E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8D957EC-E67B-7FDD-DBD9-701516EF3A2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14148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67E79-97A8-B6A9-0EFF-7AB3AD35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AFCF2-09E8-71F9-814B-9541CECF8F8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112DC6-D9FD-93C8-0DE7-09C0F8F9F81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69379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59464-1218-DD2D-F077-875A93D74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3F415-B606-BA2F-5DD2-9ED71987C58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6D52F59-584E-63FD-1B53-0A76500D639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2074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BF334-4629-09C0-0C92-1DF28D1F5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9A1FC-37DA-CE60-07F6-0195C4E5B82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676FB94-EAFD-43E1-EC6A-8BA2B0E9BE1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30314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84845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71470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81308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477317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6" name="Rectangle 5"/>
          <p:cNvSpPr/>
          <p:nvPr userDrawn="1"/>
        </p:nvSpPr>
        <p:spPr bwMode="auto">
          <a:xfrm>
            <a:off x="0" y="0"/>
            <a:ext cx="9143999" cy="5143500"/>
          </a:xfrm>
          <a:prstGeom prst="rect">
            <a:avLst/>
          </a:prstGeom>
          <a:solidFill>
            <a:srgbClr val="005094"/>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35" name="Title 34"/>
          <p:cNvSpPr>
            <a:spLocks noGrp="1"/>
          </p:cNvSpPr>
          <p:nvPr>
            <p:ph type="title" hasCustomPrompt="1"/>
          </p:nvPr>
        </p:nvSpPr>
        <p:spPr>
          <a:xfrm>
            <a:off x="1039439" y="2180420"/>
            <a:ext cx="7069512" cy="517065"/>
          </a:xfrm>
        </p:spPr>
        <p:txBody>
          <a:bodyPr vert="horz" wrap="square" lIns="0" tIns="0" rIns="0" bIns="45720" rtlCol="0" anchor="b">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400" b="0" i="0" u="none" strike="noStrike" kern="1200" cap="none" spc="0" normalizeH="0" baseline="0" noProof="0">
                <a:ln>
                  <a:noFill/>
                </a:ln>
                <a:solidFill>
                  <a:schemeClr val="bg1"/>
                </a:solidFill>
                <a:effectLst/>
                <a:uLnTx/>
                <a:uFillTx/>
                <a:latin typeface="+mj-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t>Presentation Title Here</a:t>
            </a:r>
          </a:p>
        </p:txBody>
      </p:sp>
      <p:sp>
        <p:nvSpPr>
          <p:cNvPr id="38" name="Text Placeholder 2"/>
          <p:cNvSpPr>
            <a:spLocks noGrp="1"/>
          </p:cNvSpPr>
          <p:nvPr>
            <p:ph type="body" idx="1" hasCustomPrompt="1"/>
          </p:nvPr>
        </p:nvSpPr>
        <p:spPr>
          <a:xfrm>
            <a:off x="1039438" y="2685678"/>
            <a:ext cx="7069512" cy="380873"/>
          </a:xfrm>
        </p:spPr>
        <p:txBody>
          <a:bodyPr anchor="t" anchorCtr="0">
            <a:noAutofit/>
          </a:bodyPr>
          <a:lstStyle>
            <a:lvl1pPr marL="0" indent="0" algn="l" defTabSz="914400" rtl="0" eaLnBrk="1" latinLnBrk="0" hangingPunct="1">
              <a:lnSpc>
                <a:spcPct val="90000"/>
              </a:lnSpc>
              <a:spcBef>
                <a:spcPts val="600"/>
              </a:spcBef>
              <a:buFont typeface="Arial" pitchFamily="34" charset="0"/>
              <a:buNone/>
              <a:defRPr sz="2600" i="0" spc="0" baseline="0">
                <a:solidFill>
                  <a:schemeClr val="bg1"/>
                </a:solidFill>
                <a:latin typeface="+mj-lt"/>
                <a:ea typeface="Roboto" panose="02000000000000000000" pitchFamily="2" charset="0"/>
                <a:cs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75000"/>
              </a:lnSpc>
              <a:spcBef>
                <a:spcPts val="1400"/>
              </a:spcBef>
              <a:buFont typeface="Arial" pitchFamily="34" charset="0"/>
              <a:buNone/>
            </a:pPr>
            <a:r>
              <a:rPr lang="en-US" dirty="0"/>
              <a:t>Subtitle Title Here</a:t>
            </a:r>
          </a:p>
        </p:txBody>
      </p:sp>
      <p:sp>
        <p:nvSpPr>
          <p:cNvPr id="3" name="Text Placeholder 2"/>
          <p:cNvSpPr>
            <a:spLocks noGrp="1"/>
          </p:cNvSpPr>
          <p:nvPr>
            <p:ph type="body" sz="quarter" idx="10" hasCustomPrompt="1"/>
          </p:nvPr>
        </p:nvSpPr>
        <p:spPr>
          <a:xfrm>
            <a:off x="1036637" y="3311968"/>
            <a:ext cx="7072313" cy="872001"/>
          </a:xfrm>
        </p:spPr>
        <p:txBody>
          <a:bodyPr vert="horz" wrap="square" lIns="0" tIns="0" rIns="0" bIns="45720" rtlCol="0" anchor="t" anchorCtr="0"/>
          <a:lstStyle>
            <a:lvl1pPr marL="0" indent="0">
              <a:lnSpc>
                <a:spcPct val="100000"/>
              </a:lnSpc>
              <a:spcBef>
                <a:spcPts val="0"/>
              </a:spcBef>
              <a:buFontTx/>
              <a:buNone/>
              <a:defRPr lang="en-US" sz="1800" i="0" baseline="0" dirty="0" smtClean="0">
                <a:solidFill>
                  <a:schemeClr val="bg1"/>
                </a:solidFill>
                <a:latin typeface="+mn-lt"/>
                <a:ea typeface="Roboto" panose="02000000000000000000" pitchFamily="2" charset="0"/>
                <a:cs typeface="Roboto" panose="02000000000000000000" pitchFamily="2"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a:p>
            <a:pPr marL="0" lvl="0"/>
            <a:r>
              <a:rPr lang="en-US" dirty="0"/>
              <a:t>Department Name</a:t>
            </a:r>
          </a:p>
          <a:p>
            <a:pPr marL="0" lvl="0"/>
            <a:r>
              <a:rPr lang="en-US" dirty="0"/>
              <a:t>Presentation Date</a:t>
            </a:r>
          </a:p>
        </p:txBody>
      </p:sp>
      <p:pic>
        <p:nvPicPr>
          <p:cNvPr id="4" name="Picture 3" descr="A black and white sign with white text&#10;&#10;Description automatically generated">
            <a:extLst>
              <a:ext uri="{FF2B5EF4-FFF2-40B4-BE49-F238E27FC236}">
                <a16:creationId xmlns:a16="http://schemas.microsoft.com/office/drawing/2014/main" id="{22ECB0BC-81E2-7657-ED1B-DEB6D4FDB02C}"/>
              </a:ext>
            </a:extLst>
          </p:cNvPr>
          <p:cNvPicPr>
            <a:picLocks noChangeAspect="1"/>
          </p:cNvPicPr>
          <p:nvPr userDrawn="1"/>
        </p:nvPicPr>
        <p:blipFill>
          <a:blip r:embed="rId2"/>
          <a:stretch>
            <a:fillRect/>
          </a:stretch>
        </p:blipFill>
        <p:spPr>
          <a:xfrm>
            <a:off x="820477" y="355946"/>
            <a:ext cx="3535363" cy="814976"/>
          </a:xfrm>
          <a:prstGeom prst="rect">
            <a:avLst/>
          </a:prstGeom>
        </p:spPr>
      </p:pic>
      <p:sp>
        <p:nvSpPr>
          <p:cNvPr id="8" name="Rectangle 7">
            <a:extLst>
              <a:ext uri="{FF2B5EF4-FFF2-40B4-BE49-F238E27FC236}">
                <a16:creationId xmlns:a16="http://schemas.microsoft.com/office/drawing/2014/main" id="{78D56BE9-ED9B-1FEE-F84B-DA5E5E0CB593}"/>
              </a:ext>
            </a:extLst>
          </p:cNvPr>
          <p:cNvSpPr>
            <a:spLocks noChangeAspect="1"/>
          </p:cNvSpPr>
          <p:nvPr userDrawn="1"/>
        </p:nvSpPr>
        <p:spPr bwMode="auto">
          <a:xfrm>
            <a:off x="4569620" y="-63500"/>
            <a:ext cx="4725076" cy="5256000"/>
          </a:xfrm>
          <a:prstGeom prst="rect">
            <a:avLst/>
          </a:prstGeom>
          <a:blipFill dpi="0" rotWithShape="1">
            <a:blip r:embed="rId3">
              <a:alphaModFix amt="17000"/>
            </a:blip>
            <a:srcRect/>
            <a:stretch>
              <a:fillRect/>
            </a:stretch>
          </a:blip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9" name="Slide Number Placeholder 10">
            <a:extLst>
              <a:ext uri="{FF2B5EF4-FFF2-40B4-BE49-F238E27FC236}">
                <a16:creationId xmlns:a16="http://schemas.microsoft.com/office/drawing/2014/main" id="{F92A8D1A-8087-B713-B792-1196676E81CB}"/>
              </a:ext>
            </a:extLst>
          </p:cNvPr>
          <p:cNvSpPr>
            <a:spLocks noGrp="1"/>
          </p:cNvSpPr>
          <p:nvPr>
            <p:ph type="sldNum" sz="quarter" idx="4"/>
          </p:nvPr>
        </p:nvSpPr>
        <p:spPr>
          <a:xfrm>
            <a:off x="8466073" y="4861680"/>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150103274"/>
      </p:ext>
    </p:extLst>
  </p:cSld>
  <p:clrMapOvr>
    <a:masterClrMapping/>
  </p:clrMapOvr>
  <p:transition>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 Only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61E00C-A024-71C3-971F-1AFA495F9903}"/>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197430"/>
            <a:ext cx="8349916" cy="3413072"/>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2100"/>
            </a:lvl2pPr>
            <a:lvl3pPr marL="742950" indent="-227013">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2863" indent="-227013">
              <a:buClr>
                <a:srgbClr val="005094"/>
              </a:buClr>
              <a:buFont typeface="Arial" panose="020B0604020202020204" pitchFamily="34" charset="0"/>
              <a:buChar char="•"/>
              <a:defRPr sz="21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5">
            <a:extLst>
              <a:ext uri="{FF2B5EF4-FFF2-40B4-BE49-F238E27FC236}">
                <a16:creationId xmlns:a16="http://schemas.microsoft.com/office/drawing/2014/main" id="{F5B61543-7882-6964-E3B2-96834DF582BF}"/>
              </a:ext>
            </a:extLst>
          </p:cNvPr>
          <p:cNvSpPr>
            <a:spLocks noGrp="1"/>
          </p:cNvSpPr>
          <p:nvPr>
            <p:ph type="body" sz="quarter" idx="12" hasCustomPrompt="1"/>
          </p:nvPr>
        </p:nvSpPr>
        <p:spPr>
          <a:xfrm>
            <a:off x="442762" y="691628"/>
            <a:ext cx="834991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
        <p:nvSpPr>
          <p:cNvPr id="8" name="Slide Number Placeholder 7">
            <a:extLst>
              <a:ext uri="{FF2B5EF4-FFF2-40B4-BE49-F238E27FC236}">
                <a16:creationId xmlns:a16="http://schemas.microsoft.com/office/drawing/2014/main" id="{16B1CD1D-46EF-C274-B1E4-D70331800E05}"/>
              </a:ext>
            </a:extLst>
          </p:cNvPr>
          <p:cNvSpPr>
            <a:spLocks noGrp="1"/>
          </p:cNvSpPr>
          <p:nvPr>
            <p:ph type="sldNum" sz="quarter" idx="13"/>
          </p:nvPr>
        </p:nvSpPr>
        <p:spPr>
          <a:xfrm>
            <a:off x="8535503" y="485946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035639435"/>
      </p:ext>
    </p:extLst>
  </p:cSld>
  <p:clrMapOvr>
    <a:masterClrMapping/>
  </p:clrMapOvr>
  <p:transition>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Head Only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F311B5-18DE-CC24-B154-2E2E9BBCBDF4}"/>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6" name="Content Placeholder 2">
            <a:extLst>
              <a:ext uri="{FF2B5EF4-FFF2-40B4-BE49-F238E27FC236}">
                <a16:creationId xmlns:a16="http://schemas.microsoft.com/office/drawing/2014/main" id="{A80FBAE2-C3C6-48CA-66CF-D7F40E6E5DF1}"/>
              </a:ext>
            </a:extLst>
          </p:cNvPr>
          <p:cNvSpPr>
            <a:spLocks noGrp="1"/>
          </p:cNvSpPr>
          <p:nvPr>
            <p:ph idx="1" hasCustomPrompt="1"/>
          </p:nvPr>
        </p:nvSpPr>
        <p:spPr>
          <a:xfrm>
            <a:off x="442762" y="1197430"/>
            <a:ext cx="8349916" cy="3413072"/>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2100"/>
            </a:lvl2pPr>
            <a:lvl3pPr marL="742950" indent="-227013">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2863" indent="-227013">
              <a:buClr>
                <a:srgbClr val="005094"/>
              </a:buClr>
              <a:buFont typeface="Arial" panose="020B0604020202020204" pitchFamily="34" charset="0"/>
              <a:buChar char="•"/>
              <a:defRPr sz="21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10">
            <a:extLst>
              <a:ext uri="{FF2B5EF4-FFF2-40B4-BE49-F238E27FC236}">
                <a16:creationId xmlns:a16="http://schemas.microsoft.com/office/drawing/2014/main" id="{280BC2AA-5EE6-7B52-BA8C-83089B779F06}"/>
              </a:ext>
            </a:extLst>
          </p:cNvPr>
          <p:cNvSpPr>
            <a:spLocks noGrp="1"/>
          </p:cNvSpPr>
          <p:nvPr>
            <p:ph type="sldNum" sz="quarter" idx="4"/>
          </p:nvPr>
        </p:nvSpPr>
        <p:spPr>
          <a:xfrm>
            <a:off x="8535503" y="4831733"/>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690811553"/>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 Only Sli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143000"/>
            <a:ext cx="4129238" cy="34675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143000"/>
            <a:ext cx="4073090" cy="3467500"/>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E827E89-9151-3A74-8245-090B5BDB5693}"/>
              </a:ext>
            </a:extLst>
          </p:cNvPr>
          <p:cNvCxnSpPr>
            <a:cxnSpLocks/>
          </p:cNvCxnSpPr>
          <p:nvPr userDrawn="1"/>
        </p:nvCxnSpPr>
        <p:spPr>
          <a:xfrm>
            <a:off x="4648200" y="1143000"/>
            <a:ext cx="0" cy="346750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itle 1">
            <a:extLst>
              <a:ext uri="{FF2B5EF4-FFF2-40B4-BE49-F238E27FC236}">
                <a16:creationId xmlns:a16="http://schemas.microsoft.com/office/drawing/2014/main" id="{3FA46726-0B7D-512C-7067-C9740C6A2759}"/>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10" name="Slide Number Placeholder 10">
            <a:extLst>
              <a:ext uri="{FF2B5EF4-FFF2-40B4-BE49-F238E27FC236}">
                <a16:creationId xmlns:a16="http://schemas.microsoft.com/office/drawing/2014/main" id="{9A92129A-0811-4A8A-836A-70F8CEA85EF9}"/>
              </a:ext>
            </a:extLst>
          </p:cNvPr>
          <p:cNvSpPr>
            <a:spLocks noGrp="1"/>
          </p:cNvSpPr>
          <p:nvPr>
            <p:ph type="sldNum" sz="quarter" idx="4"/>
          </p:nvPr>
        </p:nvSpPr>
        <p:spPr>
          <a:xfrm>
            <a:off x="8535502" y="4831733"/>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407694539"/>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Head Only Sli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231900"/>
            <a:ext cx="4073091" cy="33786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231899"/>
            <a:ext cx="4073091" cy="33786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44A16F23-89BB-6D08-1419-74F0F035C8BE}"/>
              </a:ext>
            </a:extLst>
          </p:cNvPr>
          <p:cNvCxnSpPr>
            <a:cxnSpLocks/>
          </p:cNvCxnSpPr>
          <p:nvPr userDrawn="1"/>
        </p:nvCxnSpPr>
        <p:spPr>
          <a:xfrm>
            <a:off x="4615542" y="811374"/>
            <a:ext cx="0" cy="3799126"/>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Slide Number Placeholder 7">
            <a:extLst>
              <a:ext uri="{FF2B5EF4-FFF2-40B4-BE49-F238E27FC236}">
                <a16:creationId xmlns:a16="http://schemas.microsoft.com/office/drawing/2014/main" id="{F95CB157-652B-FD48-276D-25DEB55BE62D}"/>
              </a:ext>
            </a:extLst>
          </p:cNvPr>
          <p:cNvSpPr>
            <a:spLocks noGrp="1"/>
          </p:cNvSpPr>
          <p:nvPr>
            <p:ph type="sldNum" sz="quarter" idx="14"/>
          </p:nvPr>
        </p:nvSpPr>
        <p:spPr>
          <a:xfrm>
            <a:off x="8526793" y="4859773"/>
            <a:ext cx="514350" cy="326056"/>
          </a:xfrm>
        </p:spPr>
        <p:txBody>
          <a:bodyPr/>
          <a:lstStyle/>
          <a:p>
            <a:fld id="{4B327F5A-7D8F-4012-9A1A-2197D74A174F}" type="slidenum">
              <a:rPr lang="en-IN" smtClean="0"/>
              <a:pPr/>
              <a:t>‹#›</a:t>
            </a:fld>
            <a:endParaRPr lang="en-IN" dirty="0"/>
          </a:p>
        </p:txBody>
      </p:sp>
      <p:sp>
        <p:nvSpPr>
          <p:cNvPr id="9" name="Title 1">
            <a:extLst>
              <a:ext uri="{FF2B5EF4-FFF2-40B4-BE49-F238E27FC236}">
                <a16:creationId xmlns:a16="http://schemas.microsoft.com/office/drawing/2014/main" id="{84624EA4-4987-93B2-9F41-13E6B95F1991}"/>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10" name="Text Placeholder 5">
            <a:extLst>
              <a:ext uri="{FF2B5EF4-FFF2-40B4-BE49-F238E27FC236}">
                <a16:creationId xmlns:a16="http://schemas.microsoft.com/office/drawing/2014/main" id="{812373A8-F430-2AB4-654C-8FAFF8BC79E3}"/>
              </a:ext>
            </a:extLst>
          </p:cNvPr>
          <p:cNvSpPr>
            <a:spLocks noGrp="1"/>
          </p:cNvSpPr>
          <p:nvPr>
            <p:ph type="body" sz="quarter" idx="15" hasCustomPrompt="1"/>
          </p:nvPr>
        </p:nvSpPr>
        <p:spPr>
          <a:xfrm>
            <a:off x="442762" y="691628"/>
            <a:ext cx="406873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
        <p:nvSpPr>
          <p:cNvPr id="11" name="Text Placeholder 5">
            <a:extLst>
              <a:ext uri="{FF2B5EF4-FFF2-40B4-BE49-F238E27FC236}">
                <a16:creationId xmlns:a16="http://schemas.microsoft.com/office/drawing/2014/main" id="{8C3B0951-F521-1E5E-E4BC-A9A329C087CF}"/>
              </a:ext>
            </a:extLst>
          </p:cNvPr>
          <p:cNvSpPr>
            <a:spLocks noGrp="1"/>
          </p:cNvSpPr>
          <p:nvPr>
            <p:ph type="body" sz="quarter" idx="16" hasCustomPrompt="1"/>
          </p:nvPr>
        </p:nvSpPr>
        <p:spPr>
          <a:xfrm>
            <a:off x="4715232" y="691628"/>
            <a:ext cx="406873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Tree>
    <p:extLst>
      <p:ext uri="{BB962C8B-B14F-4D97-AF65-F5344CB8AC3E}">
        <p14:creationId xmlns:p14="http://schemas.microsoft.com/office/powerpoint/2010/main" val="925118923"/>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Head Only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46C6F62-ED0F-2FA7-A0A0-9AE79283E8FF}"/>
              </a:ext>
            </a:extLst>
          </p:cNvPr>
          <p:cNvSpPr/>
          <p:nvPr userDrawn="1"/>
        </p:nvSpPr>
        <p:spPr bwMode="auto">
          <a:xfrm>
            <a:off x="4719588" y="1143000"/>
            <a:ext cx="4073090" cy="3676650"/>
          </a:xfrm>
          <a:prstGeom prst="rect">
            <a:avLst/>
          </a:prstGeom>
          <a:solidFill>
            <a:schemeClr val="accent3">
              <a:lumMod val="20000"/>
              <a:lumOff val="80000"/>
            </a:schemeClr>
          </a:solid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143000"/>
            <a:ext cx="4129238" cy="34675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143000"/>
            <a:ext cx="4073090" cy="3467500"/>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E827E89-9151-3A74-8245-090B5BDB5693}"/>
              </a:ext>
            </a:extLst>
          </p:cNvPr>
          <p:cNvCxnSpPr>
            <a:cxnSpLocks/>
          </p:cNvCxnSpPr>
          <p:nvPr userDrawn="1"/>
        </p:nvCxnSpPr>
        <p:spPr>
          <a:xfrm>
            <a:off x="4648200" y="1143000"/>
            <a:ext cx="0" cy="346750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itle 1">
            <a:extLst>
              <a:ext uri="{FF2B5EF4-FFF2-40B4-BE49-F238E27FC236}">
                <a16:creationId xmlns:a16="http://schemas.microsoft.com/office/drawing/2014/main" id="{3FA46726-0B7D-512C-7067-C9740C6A2759}"/>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6" name="Slide Number Placeholder 7">
            <a:extLst>
              <a:ext uri="{FF2B5EF4-FFF2-40B4-BE49-F238E27FC236}">
                <a16:creationId xmlns:a16="http://schemas.microsoft.com/office/drawing/2014/main" id="{33CB75A5-C7CB-2DB8-4C55-16FC38CE16DD}"/>
              </a:ext>
            </a:extLst>
          </p:cNvPr>
          <p:cNvSpPr>
            <a:spLocks noGrp="1"/>
          </p:cNvSpPr>
          <p:nvPr>
            <p:ph type="sldNum" sz="quarter" idx="14"/>
          </p:nvPr>
        </p:nvSpPr>
        <p:spPr>
          <a:xfrm>
            <a:off x="8535502"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84149468"/>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Head Only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F3B42D-C50E-33BB-B7E9-3C8F2C8CDE29}"/>
              </a:ext>
            </a:extLst>
          </p:cNvPr>
          <p:cNvSpPr/>
          <p:nvPr userDrawn="1"/>
        </p:nvSpPr>
        <p:spPr bwMode="auto">
          <a:xfrm>
            <a:off x="442761" y="1143000"/>
            <a:ext cx="8349917" cy="3670300"/>
          </a:xfrm>
          <a:prstGeom prst="rect">
            <a:avLst/>
          </a:prstGeom>
          <a:solidFill>
            <a:schemeClr val="accent3">
              <a:lumMod val="20000"/>
              <a:lumOff val="80000"/>
            </a:schemeClr>
          </a:solid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8" name="Content Placeholder 2">
            <a:extLst>
              <a:ext uri="{FF2B5EF4-FFF2-40B4-BE49-F238E27FC236}">
                <a16:creationId xmlns:a16="http://schemas.microsoft.com/office/drawing/2014/main" id="{2F23D3D4-9F97-9AAC-983C-38984737415D}"/>
              </a:ext>
            </a:extLst>
          </p:cNvPr>
          <p:cNvSpPr>
            <a:spLocks noGrp="1"/>
          </p:cNvSpPr>
          <p:nvPr>
            <p:ph idx="10" hasCustomPrompt="1"/>
          </p:nvPr>
        </p:nvSpPr>
        <p:spPr>
          <a:xfrm>
            <a:off x="442761" y="1143000"/>
            <a:ext cx="8349916" cy="3467500"/>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marL="0" marR="0" lvl="0" indent="0" algn="l" defTabSz="914400" rtl="0" eaLnBrk="1" fontAlgn="auto" latinLnBrk="0" hangingPunct="1">
              <a:lnSpc>
                <a:spcPct val="100000"/>
              </a:lnSpc>
              <a:spcBef>
                <a:spcPts val="1000"/>
              </a:spcBef>
              <a:spcAft>
                <a:spcPts val="0"/>
              </a:spcAft>
              <a:buClr>
                <a:srgbClr val="51237F"/>
              </a:buClr>
              <a:buSzTx/>
              <a:buFontTx/>
              <a:buNone/>
              <a:tabLst/>
              <a:defRPr/>
            </a:pPr>
            <a:r>
              <a:rPr lang="en-US" dirty="0"/>
              <a:t>Subhead Arial 21 pt</a:t>
            </a:r>
            <a:endParaRPr lang="en-IN" dirty="0"/>
          </a:p>
          <a:p>
            <a:pPr marL="0" marR="0" lvl="0" indent="0" algn="l" defTabSz="914400" rtl="0" eaLnBrk="1" fontAlgn="auto" latinLnBrk="0" hangingPunct="1">
              <a:lnSpc>
                <a:spcPct val="100000"/>
              </a:lnSpc>
              <a:spcBef>
                <a:spcPts val="1000"/>
              </a:spcBef>
              <a:spcAft>
                <a:spcPts val="0"/>
              </a:spcAft>
              <a:buClr>
                <a:srgbClr val="51237F"/>
              </a:buClr>
              <a:buSzTx/>
              <a:buFontTx/>
              <a:buNone/>
              <a:tabLst/>
              <a:defRPr/>
            </a:pPr>
            <a:endParaRPr lang="en-US" dirty="0"/>
          </a:p>
        </p:txBody>
      </p:sp>
      <p:sp>
        <p:nvSpPr>
          <p:cNvPr id="13" name="Slide Number Placeholder 4">
            <a:extLst>
              <a:ext uri="{FF2B5EF4-FFF2-40B4-BE49-F238E27FC236}">
                <a16:creationId xmlns:a16="http://schemas.microsoft.com/office/drawing/2014/main" id="{18EDF24D-2644-DA9D-EFD0-4B9BBBE3733F}"/>
              </a:ext>
            </a:extLst>
          </p:cNvPr>
          <p:cNvSpPr>
            <a:spLocks noGrp="1"/>
          </p:cNvSpPr>
          <p:nvPr>
            <p:ph type="sldNum" sz="quarter" idx="11"/>
          </p:nvPr>
        </p:nvSpPr>
        <p:spPr>
          <a:xfrm>
            <a:off x="8535502" y="4831733"/>
            <a:ext cx="514350" cy="326056"/>
          </a:xfrm>
        </p:spPr>
        <p:txBody>
          <a:bodyPr/>
          <a:lstStyle/>
          <a:p>
            <a:fld id="{4B327F5A-7D8F-4012-9A1A-2197D74A174F}" type="slidenum">
              <a:rPr lang="en-IN" smtClean="0"/>
              <a:pPr/>
              <a:t>‹#›</a:t>
            </a:fld>
            <a:endParaRPr lang="en-IN" dirty="0"/>
          </a:p>
        </p:txBody>
      </p:sp>
      <p:sp>
        <p:nvSpPr>
          <p:cNvPr id="14" name="Title 1">
            <a:extLst>
              <a:ext uri="{FF2B5EF4-FFF2-40B4-BE49-F238E27FC236}">
                <a16:creationId xmlns:a16="http://schemas.microsoft.com/office/drawing/2014/main" id="{A300C8CE-3F16-A12B-7A24-DA8017CA8DCF}"/>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Tree>
    <p:extLst>
      <p:ext uri="{BB962C8B-B14F-4D97-AF65-F5344CB8AC3E}">
        <p14:creationId xmlns:p14="http://schemas.microsoft.com/office/powerpoint/2010/main" val="4229649503"/>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Head Only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2B372A-77B5-31B3-E290-AB03B8680C3A}"/>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6" name="Slide Number Placeholder 7">
            <a:extLst>
              <a:ext uri="{FF2B5EF4-FFF2-40B4-BE49-F238E27FC236}">
                <a16:creationId xmlns:a16="http://schemas.microsoft.com/office/drawing/2014/main" id="{29FCD054-2ACB-3400-A961-62B89EF00924}"/>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560904071"/>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550F4DCF-0EC0-663F-41C6-AC6F61393C5D}"/>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36639" y="998545"/>
            <a:ext cx="7072312" cy="2169825"/>
          </a:xfrm>
        </p:spPr>
        <p:txBody>
          <a:bodyPr vert="horz" wrap="square" lIns="91440" tIns="45720" rIns="91440" bIns="45720" rtlCol="0" anchor="b" anchorCtr="0">
            <a:spAutoFit/>
          </a:bodyPr>
          <a:lstStyle>
            <a:lvl1pPr marL="280988" indent="-91440">
              <a:lnSpc>
                <a:spcPct val="90000"/>
              </a:lnSpc>
              <a:defRPr lang="en-US" sz="3000" kern="2200" spc="0" baseline="0" dirty="0">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eu</a:t>
            </a:r>
            <a:r>
              <a:rPr lang="en-US" dirty="0"/>
              <a:t> </a:t>
            </a:r>
            <a:r>
              <a:rPr lang="en-US" dirty="0" err="1"/>
              <a:t>diam</a:t>
            </a:r>
            <a:r>
              <a:rPr lang="en-US" dirty="0"/>
              <a:t> </a:t>
            </a:r>
            <a:r>
              <a:rPr lang="en-US" dirty="0" err="1"/>
              <a:t>viverra</a:t>
            </a:r>
            <a:r>
              <a:rPr lang="en-US" dirty="0"/>
              <a:t>, semper </a:t>
            </a:r>
            <a:r>
              <a:rPr lang="en-US" dirty="0" err="1"/>
              <a:t>odio</a:t>
            </a:r>
            <a:r>
              <a:rPr lang="en-US" dirty="0"/>
              <a:t> </a:t>
            </a:r>
            <a:r>
              <a:rPr lang="en-US" dirty="0" err="1"/>
              <a:t>eu</a:t>
            </a:r>
            <a:r>
              <a:rPr lang="en-US" dirty="0"/>
              <a:t>, </a:t>
            </a:r>
            <a:r>
              <a:rPr lang="en-US" dirty="0" err="1"/>
              <a:t>interdum</a:t>
            </a:r>
            <a:r>
              <a:rPr lang="en-US" dirty="0"/>
              <a:t> </a:t>
            </a:r>
            <a:r>
              <a:rPr lang="en-US" dirty="0" err="1"/>
              <a:t>turpis</a:t>
            </a:r>
            <a:r>
              <a:rPr lang="en-US" dirty="0"/>
              <a:t>. </a:t>
            </a:r>
            <a:r>
              <a:rPr lang="en-US" dirty="0" err="1"/>
              <a:t>Proin</a:t>
            </a:r>
            <a:r>
              <a:rPr lang="en-US" dirty="0"/>
              <a:t> </a:t>
            </a:r>
            <a:r>
              <a:rPr lang="en-US" dirty="0" err="1"/>
              <a:t>placerat</a:t>
            </a:r>
            <a:r>
              <a:rPr lang="en-US" dirty="0"/>
              <a:t> ipsum mi, ac </a:t>
            </a:r>
            <a:r>
              <a:rPr lang="en-US" dirty="0" err="1"/>
              <a:t>sodales</a:t>
            </a:r>
            <a:r>
              <a:rPr lang="en-US" dirty="0"/>
              <a:t> </a:t>
            </a:r>
            <a:r>
              <a:rPr lang="en-US" dirty="0" err="1"/>
              <a:t>tellus</a:t>
            </a:r>
            <a:r>
              <a:rPr lang="en-US" dirty="0"/>
              <a:t> </a:t>
            </a:r>
            <a:r>
              <a:rPr lang="en-US" dirty="0" err="1"/>
              <a:t>congue</a:t>
            </a:r>
            <a:r>
              <a:rPr lang="en-US" dirty="0"/>
              <a:t> </a:t>
            </a:r>
            <a:r>
              <a:rPr lang="en-US" dirty="0" err="1"/>
              <a:t>amet</a:t>
            </a:r>
            <a:r>
              <a:rPr lang="en-US" dirty="0"/>
              <a:t> dolor.”</a:t>
            </a:r>
          </a:p>
        </p:txBody>
      </p:sp>
      <p:sp>
        <p:nvSpPr>
          <p:cNvPr id="3" name="Content Placeholder 2"/>
          <p:cNvSpPr>
            <a:spLocks noGrp="1"/>
          </p:cNvSpPr>
          <p:nvPr>
            <p:ph idx="1" hasCustomPrompt="1"/>
          </p:nvPr>
        </p:nvSpPr>
        <p:spPr>
          <a:xfrm>
            <a:off x="1036637" y="3383309"/>
            <a:ext cx="7072313" cy="541425"/>
          </a:xfrm>
        </p:spPr>
        <p:txBody>
          <a:bodyPr vert="horz" wrap="square" lIns="91440" tIns="45720" rIns="91440" bIns="45720" rtlCol="0">
            <a:noAutofit/>
          </a:bodyPr>
          <a:lstStyle>
            <a:lvl1pPr marL="0" indent="0" algn="r">
              <a:spcBef>
                <a:spcPts val="300"/>
              </a:spcBef>
              <a:buNone/>
              <a:defRPr lang="en-US" sz="1800" baseline="0" dirty="0" smtClean="0">
                <a:solidFill>
                  <a:srgbClr val="525252"/>
                </a:solidFill>
                <a:latin typeface="+mn-lt"/>
              </a:defRPr>
            </a:lvl1pPr>
            <a:lvl2pPr marL="230187" indent="0">
              <a:buNone/>
              <a:defRPr lang="en-US" dirty="0" smtClean="0"/>
            </a:lvl2pPr>
            <a:lvl3pPr marL="515937" indent="0">
              <a:buNone/>
              <a:defRPr lang="en-US" dirty="0" smtClean="0"/>
            </a:lvl3pPr>
            <a:lvl4pPr marL="800100" indent="0">
              <a:buNone/>
              <a:defRPr lang="en-US" dirty="0" smtClean="0"/>
            </a:lvl4pPr>
            <a:lvl5pPr marL="1085850" indent="0">
              <a:buNone/>
              <a:defRPr lang="en-US" dirty="0"/>
            </a:lvl5pPr>
          </a:lstStyle>
          <a:p>
            <a:pPr lvl="0"/>
            <a:r>
              <a:rPr lang="en-US" dirty="0"/>
              <a:t>—Author’s Name</a:t>
            </a:r>
          </a:p>
        </p:txBody>
      </p:sp>
      <p:sp>
        <p:nvSpPr>
          <p:cNvPr id="5" name="Slide Number Placeholder 7">
            <a:extLst>
              <a:ext uri="{FF2B5EF4-FFF2-40B4-BE49-F238E27FC236}">
                <a16:creationId xmlns:a16="http://schemas.microsoft.com/office/drawing/2014/main" id="{DD649393-7F7F-376A-0550-E4D3CFFD7A9A}"/>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5521368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CEE34C1-3461-53B5-31B6-6C5EA7C7518D}"/>
              </a:ext>
            </a:extLst>
          </p:cNvPr>
          <p:cNvSpPr/>
          <p:nvPr userDrawn="1"/>
        </p:nvSpPr>
        <p:spPr bwMode="auto">
          <a:xfrm>
            <a:off x="0" y="0"/>
            <a:ext cx="9143999" cy="5143500"/>
          </a:xfrm>
          <a:prstGeom prst="rect">
            <a:avLst/>
          </a:prstGeom>
          <a:solidFill>
            <a:srgbClr val="005094"/>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6" name="Picture 5" descr="A black and white sign with white text&#10;&#10;Description automatically generated">
            <a:extLst>
              <a:ext uri="{FF2B5EF4-FFF2-40B4-BE49-F238E27FC236}">
                <a16:creationId xmlns:a16="http://schemas.microsoft.com/office/drawing/2014/main" id="{3BC0876D-534B-C445-D5AC-3F90E89F505D}"/>
              </a:ext>
            </a:extLst>
          </p:cNvPr>
          <p:cNvPicPr>
            <a:picLocks noChangeAspect="1"/>
          </p:cNvPicPr>
          <p:nvPr userDrawn="1"/>
        </p:nvPicPr>
        <p:blipFill>
          <a:blip r:embed="rId2"/>
          <a:stretch>
            <a:fillRect/>
          </a:stretch>
        </p:blipFill>
        <p:spPr>
          <a:xfrm>
            <a:off x="820477" y="355946"/>
            <a:ext cx="3535363" cy="814976"/>
          </a:xfrm>
          <a:prstGeom prst="rect">
            <a:avLst/>
          </a:prstGeom>
        </p:spPr>
      </p:pic>
      <p:sp>
        <p:nvSpPr>
          <p:cNvPr id="8" name="Title 1">
            <a:extLst>
              <a:ext uri="{FF2B5EF4-FFF2-40B4-BE49-F238E27FC236}">
                <a16:creationId xmlns:a16="http://schemas.microsoft.com/office/drawing/2014/main" id="{0A8F41F8-F19F-D315-422E-A1602CCDB20C}"/>
              </a:ext>
            </a:extLst>
          </p:cNvPr>
          <p:cNvSpPr>
            <a:spLocks noGrp="1"/>
          </p:cNvSpPr>
          <p:nvPr>
            <p:ph type="ctrTitle"/>
          </p:nvPr>
        </p:nvSpPr>
        <p:spPr>
          <a:xfrm>
            <a:off x="1036637" y="2445200"/>
            <a:ext cx="6950076" cy="517065"/>
          </a:xfrm>
        </p:spPr>
        <p:txBody>
          <a:bodyPr/>
          <a:lstStyle>
            <a:lvl1pPr algn="l">
              <a:defRPr sz="3600">
                <a:solidFill>
                  <a:schemeClr val="bg1"/>
                </a:solidFill>
              </a:defRPr>
            </a:lvl1pPr>
          </a:lstStyle>
          <a:p>
            <a:r>
              <a:rPr lang="en-US" dirty="0"/>
              <a:t>Click to edit Master title style</a:t>
            </a:r>
            <a:endParaRPr lang="en-GB" dirty="0"/>
          </a:p>
        </p:txBody>
      </p:sp>
      <p:sp>
        <p:nvSpPr>
          <p:cNvPr id="11" name="Rectangle 10">
            <a:extLst>
              <a:ext uri="{FF2B5EF4-FFF2-40B4-BE49-F238E27FC236}">
                <a16:creationId xmlns:a16="http://schemas.microsoft.com/office/drawing/2014/main" id="{DC3D7F17-64E9-A89C-A05F-98433E474297}"/>
              </a:ext>
            </a:extLst>
          </p:cNvPr>
          <p:cNvSpPr>
            <a:spLocks noChangeAspect="1"/>
          </p:cNvSpPr>
          <p:nvPr userDrawn="1"/>
        </p:nvSpPr>
        <p:spPr bwMode="auto">
          <a:xfrm>
            <a:off x="4569620" y="-63500"/>
            <a:ext cx="4725076" cy="5256000"/>
          </a:xfrm>
          <a:prstGeom prst="rect">
            <a:avLst/>
          </a:prstGeom>
          <a:blipFill dpi="0" rotWithShape="1">
            <a:blip r:embed="rId3">
              <a:alphaModFix amt="17000"/>
            </a:blip>
            <a:srcRect/>
            <a:stretch>
              <a:fillRect/>
            </a:stretch>
          </a:blip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12" name="Slide Number Placeholder 7">
            <a:extLst>
              <a:ext uri="{FF2B5EF4-FFF2-40B4-BE49-F238E27FC236}">
                <a16:creationId xmlns:a16="http://schemas.microsoft.com/office/drawing/2014/main" id="{AF9A6E86-2C50-5A08-8E59-26135CF1280F}"/>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9798273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005093"/>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800" b="0" i="0">
                <a:solidFill>
                  <a:srgbClr val="525252"/>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extLst>
      <p:ext uri="{BB962C8B-B14F-4D97-AF65-F5344CB8AC3E}">
        <p14:creationId xmlns:p14="http://schemas.microsoft.com/office/powerpoint/2010/main" val="284972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headEnd/>
            <a:tailEnd/>
          </a:ln>
        </p:spPr>
        <p:txBody>
          <a:bodyPr wrap="none" rtlCol="0" anchor="ctr"/>
          <a:lstStyle/>
          <a:p>
            <a:pPr algn="l">
              <a:lnSpc>
                <a:spcPct val="90000"/>
              </a:lnSpc>
            </a:pPr>
            <a:endParaRPr lang="en-US" sz="1200" b="0" dirty="0">
              <a:solidFill>
                <a:schemeClr val="bg1"/>
              </a:solidFill>
              <a:latin typeface="+mj-lt"/>
            </a:endParaRPr>
          </a:p>
        </p:txBody>
      </p:sp>
      <p:sp>
        <p:nvSpPr>
          <p:cNvPr id="2" name="Title Placeholder 1"/>
          <p:cNvSpPr>
            <a:spLocks noGrp="1"/>
          </p:cNvSpPr>
          <p:nvPr>
            <p:ph type="title"/>
          </p:nvPr>
        </p:nvSpPr>
        <p:spPr>
          <a:xfrm>
            <a:off x="1036638" y="633475"/>
            <a:ext cx="7072312" cy="438582"/>
          </a:xfrm>
          <a:prstGeom prst="rect">
            <a:avLst/>
          </a:prstGeom>
        </p:spPr>
        <p:txBody>
          <a:bodyPr vert="horz" wrap="square" lIns="0" tIns="0" rIns="0" bIns="45720" rtlCol="0" anchor="t" anchorCtr="0">
            <a:spAutoFit/>
          </a:bodyPr>
          <a:lstStyle/>
          <a:p>
            <a:r>
              <a:rPr lang="en-US" dirty="0"/>
              <a:t>Slide Title Here</a:t>
            </a:r>
          </a:p>
        </p:txBody>
      </p:sp>
      <p:sp>
        <p:nvSpPr>
          <p:cNvPr id="3" name="Text Placeholder 2"/>
          <p:cNvSpPr>
            <a:spLocks noGrp="1"/>
          </p:cNvSpPr>
          <p:nvPr>
            <p:ph type="body" idx="1"/>
          </p:nvPr>
        </p:nvSpPr>
        <p:spPr>
          <a:xfrm>
            <a:off x="1036638" y="1108347"/>
            <a:ext cx="7072312" cy="3171045"/>
          </a:xfrm>
          <a:prstGeom prst="rect">
            <a:avLst/>
          </a:prstGeom>
        </p:spPr>
        <p:txBody>
          <a:bodyPr vert="horz" wrap="square" lIns="0" tIns="0" rIns="0" bIns="45720" rtlCol="0">
            <a:noAutofit/>
          </a:bodyPr>
          <a:lstStyle/>
          <a:p>
            <a:pPr lvl="0"/>
            <a:r>
              <a:rPr lang="en-US" dirty="0"/>
              <a:t>Click to edit bullet text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ue and black logo&#10;&#10;Description automatically generated">
            <a:extLst>
              <a:ext uri="{FF2B5EF4-FFF2-40B4-BE49-F238E27FC236}">
                <a16:creationId xmlns:a16="http://schemas.microsoft.com/office/drawing/2014/main" id="{56EBD2BB-939E-8183-DA57-9EBF0EB8BEC8}"/>
              </a:ext>
            </a:extLst>
          </p:cNvPr>
          <p:cNvPicPr>
            <a:picLocks noChangeAspect="1"/>
          </p:cNvPicPr>
          <p:nvPr userDrawn="1"/>
        </p:nvPicPr>
        <p:blipFill rotWithShape="1">
          <a:blip r:embed="rId14"/>
          <a:srcRect r="74035"/>
          <a:stretch/>
        </p:blipFill>
        <p:spPr>
          <a:xfrm>
            <a:off x="8366780" y="118792"/>
            <a:ext cx="712936" cy="720000"/>
          </a:xfrm>
          <a:prstGeom prst="rect">
            <a:avLst/>
          </a:prstGeom>
        </p:spPr>
      </p:pic>
      <p:sp>
        <p:nvSpPr>
          <p:cNvPr id="11" name="Slide Number Placeholder 10">
            <a:extLst>
              <a:ext uri="{FF2B5EF4-FFF2-40B4-BE49-F238E27FC236}">
                <a16:creationId xmlns:a16="http://schemas.microsoft.com/office/drawing/2014/main" id="{F99E92E5-B5F9-59B9-2C09-DCBBBD14476A}"/>
              </a:ext>
            </a:extLst>
          </p:cNvPr>
          <p:cNvSpPr>
            <a:spLocks noGrp="1"/>
          </p:cNvSpPr>
          <p:nvPr>
            <p:ph type="sldNum" sz="quarter" idx="4"/>
          </p:nvPr>
        </p:nvSpPr>
        <p:spPr>
          <a:xfrm>
            <a:off x="8466073" y="4932002"/>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cxnSp>
        <p:nvCxnSpPr>
          <p:cNvPr id="4" name="Straight Connector 3">
            <a:extLst>
              <a:ext uri="{FF2B5EF4-FFF2-40B4-BE49-F238E27FC236}">
                <a16:creationId xmlns:a16="http://schemas.microsoft.com/office/drawing/2014/main" id="{30F8A716-9FA3-C8CF-6294-DA0CD42E76CF}"/>
              </a:ext>
            </a:extLst>
          </p:cNvPr>
          <p:cNvCxnSpPr/>
          <p:nvPr userDrawn="1"/>
        </p:nvCxnSpPr>
        <p:spPr>
          <a:xfrm>
            <a:off x="0" y="1078706"/>
            <a:ext cx="9144000" cy="0"/>
          </a:xfrm>
          <a:prstGeom prst="line">
            <a:avLst/>
          </a:prstGeom>
          <a:ln w="9525">
            <a:solidFill>
              <a:srgbClr val="3A195B"/>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014" r:id="rId1"/>
    <p:sldLayoutId id="2147484015" r:id="rId2"/>
    <p:sldLayoutId id="2147484028" r:id="rId3"/>
    <p:sldLayoutId id="2147484023" r:id="rId4"/>
    <p:sldLayoutId id="2147484025" r:id="rId5"/>
    <p:sldLayoutId id="2147484030" r:id="rId6"/>
    <p:sldLayoutId id="2147484029" r:id="rId7"/>
    <p:sldLayoutId id="2147484027" r:id="rId8"/>
    <p:sldLayoutId id="2147483944" r:id="rId9"/>
    <p:sldLayoutId id="2147483940" r:id="rId10"/>
    <p:sldLayoutId id="2147483947" r:id="rId11"/>
    <p:sldLayoutId id="2147484031" r:id="rId12"/>
  </p:sldLayoutIdLst>
  <p:transition>
    <p:fade/>
  </p:transition>
  <p:hf hdr="0" ftr="0" dt="0"/>
  <p:txStyles>
    <p:title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p:titleStyle>
    <p:bodyStyle>
      <a:lvl1pPr marL="168275" indent="-168275" algn="l" defTabSz="914400" rtl="0" eaLnBrk="1" latinLnBrk="0" hangingPunct="1">
        <a:lnSpc>
          <a:spcPct val="100000"/>
        </a:lnSpc>
        <a:spcBef>
          <a:spcPts val="1000"/>
        </a:spcBef>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2863"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B697F3F-9EED-8F52-2E31-5C593DDC36C7}"/>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a:t>
            </a:fld>
            <a:endParaRPr lang="en-IN" dirty="0"/>
          </a:p>
        </p:txBody>
      </p:sp>
      <p:sp>
        <p:nvSpPr>
          <p:cNvPr id="12" name="object 6">
            <a:extLst>
              <a:ext uri="{FF2B5EF4-FFF2-40B4-BE49-F238E27FC236}">
                <a16:creationId xmlns:a16="http://schemas.microsoft.com/office/drawing/2014/main" id="{8C1951C4-93AE-4DB7-B5EA-49D22832BBB9}"/>
              </a:ext>
            </a:extLst>
          </p:cNvPr>
          <p:cNvSpPr txBox="1">
            <a:spLocks noGrp="1"/>
          </p:cNvSpPr>
          <p:nvPr>
            <p:ph type="title"/>
          </p:nvPr>
        </p:nvSpPr>
        <p:spPr>
          <a:xfrm>
            <a:off x="123666" y="1391077"/>
            <a:ext cx="8791510" cy="424347"/>
          </a:xfrm>
          <a:prstGeom prst="rect">
            <a:avLst/>
          </a:prstGeom>
        </p:spPr>
        <p:txBody>
          <a:bodyPr vert="horz" wrap="square" lIns="0" tIns="12700" rIns="0" bIns="0" rtlCol="0" anchor="t">
            <a:spAutoFit/>
          </a:bodyPr>
          <a:lstStyle/>
          <a:p>
            <a:pPr marL="12700" marR="5080">
              <a:lnSpc>
                <a:spcPct val="136200"/>
              </a:lnSpc>
              <a:spcBef>
                <a:spcPts val="100"/>
              </a:spcBef>
            </a:pPr>
            <a:r>
              <a:rPr lang="en-IN" sz="2200" spc="-10" dirty="0">
                <a:solidFill>
                  <a:srgbClr val="FFFFFF"/>
                </a:solidFill>
                <a:latin typeface="Times New Roman" panose="02020603050405020304" pitchFamily="18" charset="0"/>
                <a:cs typeface="Times New Roman" panose="02020603050405020304" pitchFamily="18" charset="0"/>
              </a:rPr>
              <a:t>CAPSTONE PROJECT REVIEW - II</a:t>
            </a:r>
            <a:endParaRPr sz="2200" dirty="0">
              <a:latin typeface="Times New Roman" panose="02020603050405020304" pitchFamily="18" charset="0"/>
              <a:cs typeface="Times New Roman" panose="02020603050405020304" pitchFamily="18" charset="0"/>
            </a:endParaRPr>
          </a:p>
        </p:txBody>
      </p:sp>
      <p:sp>
        <p:nvSpPr>
          <p:cNvPr id="13" name="object 5">
            <a:extLst>
              <a:ext uri="{FF2B5EF4-FFF2-40B4-BE49-F238E27FC236}">
                <a16:creationId xmlns:a16="http://schemas.microsoft.com/office/drawing/2014/main" id="{174A5FDC-374E-4C44-807E-379B8C1A7C48}"/>
              </a:ext>
            </a:extLst>
          </p:cNvPr>
          <p:cNvSpPr txBox="1"/>
          <p:nvPr/>
        </p:nvSpPr>
        <p:spPr>
          <a:xfrm>
            <a:off x="123666" y="2107982"/>
            <a:ext cx="9052825" cy="355225"/>
          </a:xfrm>
          <a:prstGeom prst="rect">
            <a:avLst/>
          </a:prstGeom>
        </p:spPr>
        <p:txBody>
          <a:bodyPr vert="horz" wrap="square" lIns="0" tIns="16510" rIns="0" bIns="0" rtlCol="0" anchor="t">
            <a:spAutoFit/>
          </a:bodyPr>
          <a:lstStyle/>
          <a:p>
            <a:pPr marL="12700">
              <a:spcBef>
                <a:spcPts val="130"/>
              </a:spcBef>
            </a:pPr>
            <a:r>
              <a:rPr lang="en-GB" sz="2200" spc="-10" dirty="0">
                <a:solidFill>
                  <a:srgbClr val="FFFFFF"/>
                </a:solidFill>
                <a:latin typeface="Times New Roman" panose="02020603050405020304" pitchFamily="18" charset="0"/>
                <a:cs typeface="Times New Roman" panose="02020603050405020304" pitchFamily="18" charset="0"/>
              </a:rPr>
              <a:t>AI Smart Attendance and Interactive Learning Ecosystem.</a:t>
            </a:r>
            <a:endParaRPr lang="en-US" sz="2200" spc="-10" dirty="0">
              <a:solidFill>
                <a:srgbClr val="FFFFFF"/>
              </a:solidFill>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11B52336-9937-42CE-9CD3-1A9FFF08020F}"/>
              </a:ext>
            </a:extLst>
          </p:cNvPr>
          <p:cNvSpPr txBox="1"/>
          <p:nvPr/>
        </p:nvSpPr>
        <p:spPr>
          <a:xfrm>
            <a:off x="123666" y="3860550"/>
            <a:ext cx="6933202" cy="1119922"/>
          </a:xfrm>
          <a:prstGeom prst="rect">
            <a:avLst/>
          </a:prstGeom>
        </p:spPr>
        <p:txBody>
          <a:bodyPr vert="horz" wrap="square" lIns="0" tIns="16510" rIns="0" bIns="0" rtlCol="0" anchor="t">
            <a:spAutoFit/>
          </a:bodyPr>
          <a:lstStyle/>
          <a:p>
            <a:pPr marL="12700" marR="1725295">
              <a:lnSpc>
                <a:spcPct val="100899"/>
              </a:lnSpc>
            </a:pPr>
            <a:r>
              <a:rPr lang="en-US" dirty="0">
                <a:solidFill>
                  <a:srgbClr val="FFFFFF"/>
                </a:solidFill>
                <a:latin typeface="Times New Roman" panose="02020603050405020304" pitchFamily="18" charset="0"/>
                <a:cs typeface="Times New Roman" panose="02020603050405020304" pitchFamily="18" charset="0"/>
              </a:rPr>
              <a:t>Presented by </a:t>
            </a:r>
          </a:p>
          <a:p>
            <a:pPr marL="12700" marR="1725295">
              <a:lnSpc>
                <a:spcPct val="100899"/>
              </a:lnSpc>
            </a:pPr>
            <a:r>
              <a:rPr lang="en-US" dirty="0" err="1">
                <a:solidFill>
                  <a:srgbClr val="FFFFFF"/>
                </a:solidFill>
                <a:latin typeface="Times New Roman" panose="02020603050405020304" pitchFamily="18" charset="0"/>
                <a:cs typeface="Times New Roman" panose="02020603050405020304" pitchFamily="18" charset="0"/>
              </a:rPr>
              <a:t>Tavva</a:t>
            </a:r>
            <a:r>
              <a:rPr lang="en-US" dirty="0">
                <a:solidFill>
                  <a:srgbClr val="FFFFFF"/>
                </a:solidFill>
                <a:latin typeface="Times New Roman" panose="02020603050405020304" pitchFamily="18" charset="0"/>
                <a:cs typeface="Times New Roman" panose="02020603050405020304" pitchFamily="18" charset="0"/>
              </a:rPr>
              <a:t> Sandeep Kumar Reddy(</a:t>
            </a:r>
            <a:r>
              <a:rPr lang="en-US" spc="-10" dirty="0">
                <a:solidFill>
                  <a:srgbClr val="FFFFFF"/>
                </a:solidFill>
                <a:latin typeface="Times New Roman" panose="02020603050405020304" pitchFamily="18" charset="0"/>
                <a:cs typeface="Times New Roman" panose="02020603050405020304" pitchFamily="18" charset="0"/>
              </a:rPr>
              <a:t>23951A66H0)</a:t>
            </a:r>
            <a:r>
              <a:rPr lang="en-US" dirty="0">
                <a:solidFill>
                  <a:srgbClr val="FFFFFF"/>
                </a:solidFill>
                <a:latin typeface="Times New Roman" panose="02020603050405020304" pitchFamily="18" charset="0"/>
                <a:cs typeface="Times New Roman" panose="02020603050405020304" pitchFamily="18" charset="0"/>
              </a:rPr>
              <a:t>, </a:t>
            </a:r>
          </a:p>
          <a:p>
            <a:pPr marL="12700" marR="1725295">
              <a:lnSpc>
                <a:spcPct val="100899"/>
              </a:lnSpc>
            </a:pPr>
            <a:r>
              <a:rPr lang="en-US" spc="-10" dirty="0">
                <a:solidFill>
                  <a:srgbClr val="FFFFFF"/>
                </a:solidFill>
                <a:latin typeface="Times New Roman" panose="02020603050405020304" pitchFamily="18" charset="0"/>
                <a:cs typeface="Times New Roman" panose="02020603050405020304" pitchFamily="18" charset="0"/>
              </a:rPr>
              <a:t>Pavan </a:t>
            </a:r>
            <a:r>
              <a:rPr lang="en-US" dirty="0">
                <a:solidFill>
                  <a:srgbClr val="FFFFFF"/>
                </a:solidFill>
                <a:latin typeface="Times New Roman" panose="02020603050405020304" pitchFamily="18" charset="0"/>
                <a:cs typeface="Times New Roman" panose="02020603050405020304" pitchFamily="18" charset="0"/>
              </a:rPr>
              <a:t>(</a:t>
            </a:r>
            <a:r>
              <a:rPr lang="en-US" spc="-10" dirty="0">
                <a:solidFill>
                  <a:srgbClr val="FFFFFF"/>
                </a:solidFill>
                <a:latin typeface="Times New Roman" panose="02020603050405020304" pitchFamily="18" charset="0"/>
                <a:cs typeface="Times New Roman" panose="02020603050405020304" pitchFamily="18" charset="0"/>
              </a:rPr>
              <a:t>23951A66C0)</a:t>
            </a:r>
            <a:r>
              <a:rPr lang="en-US" dirty="0">
                <a:solidFill>
                  <a:srgbClr val="FFFFFF"/>
                </a:solidFill>
                <a:latin typeface="Times New Roman" panose="02020603050405020304" pitchFamily="18" charset="0"/>
                <a:cs typeface="Times New Roman" panose="02020603050405020304" pitchFamily="18" charset="0"/>
              </a:rPr>
              <a:t>, </a:t>
            </a:r>
          </a:p>
          <a:p>
            <a:pPr marL="12700" marR="1725295">
              <a:lnSpc>
                <a:spcPct val="100899"/>
              </a:lnSpc>
            </a:pPr>
            <a:r>
              <a:rPr lang="en-US" dirty="0">
                <a:solidFill>
                  <a:srgbClr val="FFFFFF"/>
                </a:solidFill>
                <a:latin typeface="Times New Roman" panose="02020603050405020304" pitchFamily="18" charset="0"/>
                <a:cs typeface="Times New Roman" panose="02020603050405020304" pitchFamily="18" charset="0"/>
              </a:rPr>
              <a:t>Kishore(24955A6651).</a:t>
            </a:r>
            <a:endParaRPr lang="en-US" dirty="0">
              <a:solidFill>
                <a:srgbClr val="00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7FF5F14-B7D7-4625-A8EF-1B0BE817536D}"/>
              </a:ext>
            </a:extLst>
          </p:cNvPr>
          <p:cNvSpPr txBox="1"/>
          <p:nvPr/>
        </p:nvSpPr>
        <p:spPr bwMode="auto">
          <a:xfrm>
            <a:off x="5788180" y="3701244"/>
            <a:ext cx="3388311" cy="1200329"/>
          </a:xfrm>
          <a:prstGeom prst="rect">
            <a:avLst/>
          </a:prstGeom>
          <a:noFill/>
          <a:ln w="19050" algn="ctr">
            <a:noFill/>
            <a:miter lim="800000"/>
            <a:headEnd/>
            <a:tailEnd/>
          </a:ln>
        </p:spPr>
        <p:txBody>
          <a:bodyPr wrap="square">
            <a:spAutoFit/>
          </a:bodyPr>
          <a:lstStyle/>
          <a:p>
            <a:r>
              <a:rPr lang="en-US" dirty="0">
                <a:solidFill>
                  <a:srgbClr val="FFFFFF"/>
                </a:solidFill>
                <a:latin typeface="Times New Roman" panose="02020603050405020304" pitchFamily="18" charset="0"/>
                <a:cs typeface="Times New Roman" panose="02020603050405020304" pitchFamily="18" charset="0"/>
              </a:rPr>
              <a:t>Under the guidance of  </a:t>
            </a:r>
          </a:p>
          <a:p>
            <a:r>
              <a:rPr lang="en-GB" spc="-10" dirty="0">
                <a:solidFill>
                  <a:srgbClr val="FFFFFF"/>
                </a:solidFill>
                <a:latin typeface="Times New Roman" panose="02020603050405020304" pitchFamily="18" charset="0"/>
                <a:cs typeface="Times New Roman" panose="02020603050405020304" pitchFamily="18" charset="0"/>
              </a:rPr>
              <a:t>Dr. Shaik </a:t>
            </a:r>
            <a:r>
              <a:rPr lang="en-GB" spc="-10" dirty="0" err="1">
                <a:solidFill>
                  <a:srgbClr val="FFFFFF"/>
                </a:solidFill>
                <a:latin typeface="Times New Roman" panose="02020603050405020304" pitchFamily="18" charset="0"/>
                <a:cs typeface="Times New Roman" panose="02020603050405020304" pitchFamily="18" charset="0"/>
              </a:rPr>
              <a:t>Jakeer</a:t>
            </a:r>
            <a:r>
              <a:rPr lang="en-GB" spc="-10" dirty="0">
                <a:solidFill>
                  <a:srgbClr val="FFFFFF"/>
                </a:solidFill>
                <a:latin typeface="Times New Roman" panose="02020603050405020304" pitchFamily="18" charset="0"/>
                <a:cs typeface="Times New Roman" panose="02020603050405020304" pitchFamily="18" charset="0"/>
              </a:rPr>
              <a:t> Hussain, Associate Professor</a:t>
            </a:r>
            <a:r>
              <a:rPr lang="en-US" spc="-10" dirty="0">
                <a:solidFill>
                  <a:srgbClr val="FFFFFF"/>
                </a:solidFill>
                <a:latin typeface="Times New Roman" panose="02020603050405020304" pitchFamily="18" charset="0"/>
                <a:cs typeface="Times New Roman" panose="02020603050405020304" pitchFamily="18" charset="0"/>
              </a:rPr>
              <a:t>,</a:t>
            </a:r>
          </a:p>
          <a:p>
            <a:r>
              <a:rPr lang="en-US" spc="-10" dirty="0">
                <a:solidFill>
                  <a:srgbClr val="FFFFFF"/>
                </a:solidFill>
                <a:latin typeface="Times New Roman" panose="02020603050405020304" pitchFamily="18" charset="0"/>
                <a:cs typeface="Times New Roman" panose="02020603050405020304" pitchFamily="18" charset="0"/>
              </a:rPr>
              <a:t>CSE – (AI &amp; ML).</a:t>
            </a:r>
            <a:endParaRPr lang="en-IN" dirty="0"/>
          </a:p>
        </p:txBody>
      </p:sp>
      <p:sp>
        <p:nvSpPr>
          <p:cNvPr id="9" name="object 6">
            <a:extLst>
              <a:ext uri="{FF2B5EF4-FFF2-40B4-BE49-F238E27FC236}">
                <a16:creationId xmlns:a16="http://schemas.microsoft.com/office/drawing/2014/main" id="{951E22A2-205D-43E4-85C7-5AF3D8EA7555}"/>
              </a:ext>
            </a:extLst>
          </p:cNvPr>
          <p:cNvSpPr txBox="1">
            <a:spLocks/>
          </p:cNvSpPr>
          <p:nvPr/>
        </p:nvSpPr>
        <p:spPr>
          <a:xfrm>
            <a:off x="123666" y="3351725"/>
            <a:ext cx="8791510" cy="349519"/>
          </a:xfrm>
          <a:prstGeom prst="rect">
            <a:avLst/>
          </a:prstGeom>
        </p:spPr>
        <p:txBody>
          <a:bodyPr vert="horz" wrap="square" lIns="0" tIns="12700" rIns="0" bIns="0" rtlCol="0" anchor="t" anchorCtr="0">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400" b="0" i="0" u="none" strike="noStrike" kern="1200" cap="none" spc="0" normalizeH="0" baseline="0" noProof="0">
                <a:ln>
                  <a:noFill/>
                </a:ln>
                <a:solidFill>
                  <a:schemeClr val="bg1"/>
                </a:solidFill>
                <a:effectLst/>
                <a:uLnTx/>
                <a:uFillTx/>
                <a:latin typeface="+mj-lt"/>
                <a:ea typeface="Roboto" panose="02000000000000000000" pitchFamily="2" charset="0"/>
                <a:cs typeface="Roboto" panose="02000000000000000000" pitchFamily="2" charset="0"/>
              </a:defRPr>
            </a:lvl1pPr>
          </a:lstStyle>
          <a:p>
            <a:pPr marL="12700" marR="5080">
              <a:lnSpc>
                <a:spcPct val="136200"/>
              </a:lnSpc>
              <a:spcBef>
                <a:spcPts val="100"/>
              </a:spcBef>
            </a:pPr>
            <a:r>
              <a:rPr lang="en-IN" sz="1800" spc="-10" dirty="0">
                <a:solidFill>
                  <a:srgbClr val="FFFFFF"/>
                </a:solidFill>
                <a:latin typeface="Times New Roman" panose="02020603050405020304" pitchFamily="18" charset="0"/>
                <a:cs typeface="Times New Roman" panose="02020603050405020304" pitchFamily="18" charset="0"/>
              </a:rPr>
              <a:t>BATCH NUMBER: 17</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325629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48200" y="1143000"/>
            <a:ext cx="0" cy="3467735"/>
          </a:xfrm>
          <a:custGeom>
            <a:avLst/>
            <a:gdLst/>
            <a:ahLst/>
            <a:cxnLst/>
            <a:rect l="l" t="t" r="r" b="b"/>
            <a:pathLst>
              <a:path h="3467735">
                <a:moveTo>
                  <a:pt x="0" y="0"/>
                </a:moveTo>
                <a:lnTo>
                  <a:pt x="0" y="3467493"/>
                </a:lnTo>
              </a:path>
            </a:pathLst>
          </a:custGeom>
          <a:ln w="19050">
            <a:solidFill>
              <a:srgbClr val="005093"/>
            </a:solidFill>
            <a:prstDash val="sysDash"/>
          </a:ln>
        </p:spPr>
        <p:txBody>
          <a:bodyPr wrap="square" lIns="0" tIns="0" rIns="0" bIns="0" rtlCol="0"/>
          <a:lstStyle/>
          <a:p>
            <a:endParaRPr/>
          </a:p>
        </p:txBody>
      </p:sp>
      <p:sp>
        <p:nvSpPr>
          <p:cNvPr id="3" name="object 3"/>
          <p:cNvSpPr txBox="1"/>
          <p:nvPr/>
        </p:nvSpPr>
        <p:spPr>
          <a:xfrm>
            <a:off x="63653" y="1071012"/>
            <a:ext cx="4159885" cy="366126"/>
          </a:xfrm>
          <a:prstGeom prst="rect">
            <a:avLst/>
          </a:prstGeom>
        </p:spPr>
        <p:txBody>
          <a:bodyPr vert="horz" wrap="square" lIns="0" tIns="88265" rIns="0" bIns="0" rtlCol="0" anchor="t">
            <a:spAutoFit/>
          </a:bodyPr>
          <a:lstStyle/>
          <a:p>
            <a:pPr marL="283845" indent="-271145">
              <a:spcBef>
                <a:spcPts val="695"/>
              </a:spcBef>
              <a:buClr>
                <a:srgbClr val="005093"/>
              </a:buClr>
              <a:buFont typeface="Wingdings"/>
              <a:buChar char=""/>
              <a:tabLst>
                <a:tab pos="283845" algn="l"/>
              </a:tabLst>
            </a:pPr>
            <a:r>
              <a:rPr lang="en-US" dirty="0">
                <a:solidFill>
                  <a:srgbClr val="525252"/>
                </a:solidFill>
                <a:latin typeface="Times New Roman" panose="02020603050405020304" pitchFamily="18" charset="0"/>
                <a:cs typeface="Times New Roman" panose="02020603050405020304" pitchFamily="18" charset="0"/>
              </a:rPr>
              <a:t>REVIEW – 2: LITERATURE SURVEY</a:t>
            </a:r>
          </a:p>
        </p:txBody>
      </p:sp>
      <p:sp>
        <p:nvSpPr>
          <p:cNvPr id="4" name="object 4"/>
          <p:cNvSpPr txBox="1">
            <a:spLocks noGrp="1"/>
          </p:cNvSpPr>
          <p:nvPr>
            <p:ph type="title"/>
          </p:nvPr>
        </p:nvSpPr>
        <p:spPr>
          <a:xfrm>
            <a:off x="63653" y="372218"/>
            <a:ext cx="7072312" cy="475130"/>
          </a:xfrm>
          <a:prstGeom prst="rect">
            <a:avLst/>
          </a:prstGeom>
        </p:spPr>
        <p:txBody>
          <a:bodyPr vert="horz" wrap="square" lIns="0" tIns="13335" rIns="0" bIns="0" rtlCol="0">
            <a:spAutoFit/>
          </a:bodyPr>
          <a:lstStyle/>
          <a:p>
            <a:pPr marL="46990">
              <a:lnSpc>
                <a:spcPct val="100000"/>
              </a:lnSpc>
              <a:spcBef>
                <a:spcPts val="105"/>
              </a:spcBef>
            </a:pPr>
            <a:r>
              <a:rPr dirty="0">
                <a:latin typeface="Times New Roman" panose="02020603050405020304" pitchFamily="18" charset="0"/>
                <a:cs typeface="Times New Roman" panose="02020603050405020304" pitchFamily="18" charset="0"/>
              </a:rPr>
              <a:t>Contents</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1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5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Presentation</a:t>
            </a:r>
          </a:p>
        </p:txBody>
      </p:sp>
      <p:pic>
        <p:nvPicPr>
          <p:cNvPr id="5" name="object 5"/>
          <p:cNvPicPr/>
          <p:nvPr/>
        </p:nvPicPr>
        <p:blipFill>
          <a:blip r:embed="rId3" cstate="print"/>
          <a:stretch>
            <a:fillRect/>
          </a:stretch>
        </p:blipFill>
        <p:spPr>
          <a:xfrm>
            <a:off x="4800600" y="1143000"/>
            <a:ext cx="3495675" cy="3467100"/>
          </a:xfrm>
          <a:prstGeom prst="rect">
            <a:avLst/>
          </a:prstGeom>
        </p:spPr>
      </p:pic>
      <p:sp>
        <p:nvSpPr>
          <p:cNvPr id="8" name="Slide Number Placeholder 1">
            <a:extLst>
              <a:ext uri="{FF2B5EF4-FFF2-40B4-BE49-F238E27FC236}">
                <a16:creationId xmlns:a16="http://schemas.microsoft.com/office/drawing/2014/main" id="{676E399F-55E0-4BDB-951D-6A5B065C3946}"/>
              </a:ext>
            </a:extLst>
          </p:cNvPr>
          <p:cNvSpPr txBox="1">
            <a:spLocks/>
          </p:cNvSpPr>
          <p:nvPr/>
        </p:nvSpPr>
        <p:spPr>
          <a:xfrm>
            <a:off x="8629650" y="4817444"/>
            <a:ext cx="514350" cy="32605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B327F5A-7D8F-4012-9A1A-2197D74A174F}" type="slidenum">
              <a:rPr lang="en-IN" sz="1200" smtClean="0">
                <a:solidFill>
                  <a:schemeClr val="bg1"/>
                </a:solidFill>
              </a:rPr>
              <a:pPr algn="r"/>
              <a:t>2</a:t>
            </a:fld>
            <a:endParaRPr lang="en-IN" sz="12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3</a:t>
            </a:fld>
            <a:endParaRPr lang="en-IN" dirty="0"/>
          </a:p>
        </p:txBody>
      </p:sp>
      <p:sp>
        <p:nvSpPr>
          <p:cNvPr id="3" name="object 2">
            <a:extLst>
              <a:ext uri="{FF2B5EF4-FFF2-40B4-BE49-F238E27FC236}">
                <a16:creationId xmlns:a16="http://schemas.microsoft.com/office/drawing/2014/main" id="{BB10BA5B-471E-421F-BCC9-CA25222B6F8B}"/>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Problem Statement</a:t>
            </a:r>
          </a:p>
        </p:txBody>
      </p:sp>
      <p:sp>
        <p:nvSpPr>
          <p:cNvPr id="6" name="object 3">
            <a:extLst>
              <a:ext uri="{FF2B5EF4-FFF2-40B4-BE49-F238E27FC236}">
                <a16:creationId xmlns:a16="http://schemas.microsoft.com/office/drawing/2014/main" id="{87461C0E-668E-CCC4-F95B-47A2B1C88974}"/>
              </a:ext>
            </a:extLst>
          </p:cNvPr>
          <p:cNvSpPr txBox="1"/>
          <p:nvPr/>
        </p:nvSpPr>
        <p:spPr>
          <a:xfrm>
            <a:off x="107815" y="1221150"/>
            <a:ext cx="8171482" cy="2475678"/>
          </a:xfrm>
          <a:prstGeom prst="rect">
            <a:avLst/>
          </a:prstGeom>
        </p:spPr>
        <p:txBody>
          <a:bodyPr vert="horz" wrap="square" lIns="0" tIns="13335" rIns="0" bIns="0" rtlCol="0" anchor="t">
            <a:spAutoFit/>
          </a:bodyPr>
          <a:lstStyle/>
          <a:p>
            <a:pPr algn="just">
              <a:buClr>
                <a:srgbClr val="005093"/>
              </a:buClr>
              <a:tabLst>
                <a:tab pos="180340" algn="l"/>
                <a:tab pos="292735" algn="l"/>
              </a:tabLst>
            </a:pPr>
            <a:r>
              <a:rPr lang="en-GB" sz="1600" dirty="0">
                <a:solidFill>
                  <a:srgbClr val="525252"/>
                </a:solidFill>
                <a:latin typeface="Times New Roman" panose="02020603050405020304" pitchFamily="18" charset="0"/>
                <a:cs typeface="Times New Roman" panose="02020603050405020304" pitchFamily="18" charset="0"/>
              </a:rPr>
              <a:t>The current educational infrastructure relies heavily on manual or static digital attendance methods that are fundamentally inefficient and vulnerable to manipulation. In traditional sessions, manual roll calls consume a significant portion of instructional time and are prone to human logging errors. Furthermore, existing digital solutions like static QR codes have introduced the "buddy punching" phenomenon, where students share screenshots of codes with absent peers to bypass physical presence requirements. Existing systems are also largely "reactive" and siloed; they act as simple digital logbooks that record data without providing actionable insights into student disengagement or providing immediate learning support after the attendance is marked. There is a critical lack of interoperability between attendance logs and performance metrics, leaving educators without a unified view of classroom health.</a:t>
            </a:r>
          </a:p>
        </p:txBody>
      </p:sp>
    </p:spTree>
    <p:extLst>
      <p:ext uri="{BB962C8B-B14F-4D97-AF65-F5344CB8AC3E}">
        <p14:creationId xmlns:p14="http://schemas.microsoft.com/office/powerpoint/2010/main" val="282488605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925B32-5762-0AB2-E08A-461E4C8B7014}"/>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4</a:t>
            </a:fld>
            <a:endParaRPr lang="en-IN" dirty="0"/>
          </a:p>
        </p:txBody>
      </p:sp>
      <p:sp>
        <p:nvSpPr>
          <p:cNvPr id="3" name="object 2">
            <a:extLst>
              <a:ext uri="{FF2B5EF4-FFF2-40B4-BE49-F238E27FC236}">
                <a16:creationId xmlns:a16="http://schemas.microsoft.com/office/drawing/2014/main" id="{A94F5027-CBF8-4E1C-A503-4C50C325358D}"/>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Paper 1</a:t>
            </a:r>
          </a:p>
        </p:txBody>
      </p:sp>
      <p:graphicFrame>
        <p:nvGraphicFramePr>
          <p:cNvPr id="7" name="Table 6">
            <a:extLst>
              <a:ext uri="{FF2B5EF4-FFF2-40B4-BE49-F238E27FC236}">
                <a16:creationId xmlns:a16="http://schemas.microsoft.com/office/drawing/2014/main" id="{F3BF7702-F2D7-D8A6-3C7B-3947048D268A}"/>
              </a:ext>
            </a:extLst>
          </p:cNvPr>
          <p:cNvGraphicFramePr>
            <a:graphicFrameLocks noGrp="1"/>
          </p:cNvGraphicFramePr>
          <p:nvPr>
            <p:extLst>
              <p:ext uri="{D42A27DB-BD31-4B8C-83A1-F6EECF244321}">
                <p14:modId xmlns:p14="http://schemas.microsoft.com/office/powerpoint/2010/main" val="1898303260"/>
              </p:ext>
            </p:extLst>
          </p:nvPr>
        </p:nvGraphicFramePr>
        <p:xfrm>
          <a:off x="215127" y="1305488"/>
          <a:ext cx="8233134" cy="3381769"/>
        </p:xfrm>
        <a:graphic>
          <a:graphicData uri="http://schemas.openxmlformats.org/drawingml/2006/table">
            <a:tbl>
              <a:tblPr lastCol="1"/>
              <a:tblGrid>
                <a:gridCol w="2326114">
                  <a:extLst>
                    <a:ext uri="{9D8B030D-6E8A-4147-A177-3AD203B41FA5}">
                      <a16:colId xmlns:a16="http://schemas.microsoft.com/office/drawing/2014/main" val="3350099788"/>
                    </a:ext>
                  </a:extLst>
                </a:gridCol>
                <a:gridCol w="5907020">
                  <a:extLst>
                    <a:ext uri="{9D8B030D-6E8A-4147-A177-3AD203B41FA5}">
                      <a16:colId xmlns:a16="http://schemas.microsoft.com/office/drawing/2014/main" val="1330843529"/>
                    </a:ext>
                  </a:extLst>
                </a:gridCol>
              </a:tblGrid>
              <a:tr h="34142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Aspect</a:t>
                      </a:r>
                      <a:endParaRPr lang="en-GB" sz="140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Details</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1905139"/>
                  </a:ext>
                </a:extLst>
              </a:tr>
              <a:tr h="430936">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Title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Evaluating QR Code-Based Attendance System Using User Experience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0445694"/>
                  </a:ext>
                </a:extLst>
              </a:tr>
              <a:tr h="560915">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Objective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To evaluate the efficiency and user satisfaction of QR-based attendance tracking in educational settings.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3089171"/>
                  </a:ext>
                </a:extLst>
              </a:tr>
              <a:tr h="430936">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Methodology</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Utilized User Experience Questionnaires (UEQ) to measure factors like stimulation and novelty.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9079746"/>
                  </a:ext>
                </a:extLst>
              </a:tr>
              <a:tr h="560915">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Key Findings</a:t>
                      </a:r>
                      <a:endParaRPr lang="en-GB" sz="140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QR systems are significantly faster than manual ones but can become repetitive without engaging features.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1271897"/>
                  </a:ext>
                </a:extLst>
              </a:tr>
              <a:tr h="43093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Strengths</a:t>
                      </a:r>
                      <a:endParaRPr lang="en-GB" sz="140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Provides a clear quantitative metric for scanning speed and accuracy.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975519"/>
                  </a:ext>
                </a:extLst>
              </a:tr>
              <a:tr h="43093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Limitations / Gaps</a:t>
                      </a:r>
                      <a:endParaRPr lang="en-GB" sz="140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Focuses only on the scanning action; lacks administrative tools for record correction.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1817680"/>
                  </a:ext>
                </a:extLst>
              </a:tr>
            </a:tbl>
          </a:graphicData>
        </a:graphic>
      </p:graphicFrame>
    </p:spTree>
    <p:extLst>
      <p:ext uri="{BB962C8B-B14F-4D97-AF65-F5344CB8AC3E}">
        <p14:creationId xmlns:p14="http://schemas.microsoft.com/office/powerpoint/2010/main" val="285900265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925B32-5762-0AB2-E08A-461E4C8B7014}"/>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5</a:t>
            </a:fld>
            <a:endParaRPr lang="en-IN" dirty="0"/>
          </a:p>
        </p:txBody>
      </p:sp>
      <p:sp>
        <p:nvSpPr>
          <p:cNvPr id="3" name="object 2">
            <a:extLst>
              <a:ext uri="{FF2B5EF4-FFF2-40B4-BE49-F238E27FC236}">
                <a16:creationId xmlns:a16="http://schemas.microsoft.com/office/drawing/2014/main" id="{A94F5027-CBF8-4E1C-A503-4C50C325358D}"/>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Paper 2</a:t>
            </a:r>
          </a:p>
        </p:txBody>
      </p:sp>
      <p:graphicFrame>
        <p:nvGraphicFramePr>
          <p:cNvPr id="5" name="Table 4">
            <a:extLst>
              <a:ext uri="{FF2B5EF4-FFF2-40B4-BE49-F238E27FC236}">
                <a16:creationId xmlns:a16="http://schemas.microsoft.com/office/drawing/2014/main" id="{B61D4FD5-FB7F-02C2-ABC1-6E81A4F199F8}"/>
              </a:ext>
            </a:extLst>
          </p:cNvPr>
          <p:cNvGraphicFramePr>
            <a:graphicFrameLocks noGrp="1"/>
          </p:cNvGraphicFramePr>
          <p:nvPr>
            <p:extLst>
              <p:ext uri="{D42A27DB-BD31-4B8C-83A1-F6EECF244321}">
                <p14:modId xmlns:p14="http://schemas.microsoft.com/office/powerpoint/2010/main" val="517628236"/>
              </p:ext>
            </p:extLst>
          </p:nvPr>
        </p:nvGraphicFramePr>
        <p:xfrm>
          <a:off x="215126" y="1316796"/>
          <a:ext cx="8143684" cy="3231160"/>
        </p:xfrm>
        <a:graphic>
          <a:graphicData uri="http://schemas.openxmlformats.org/drawingml/2006/table">
            <a:tbl>
              <a:tblPr/>
              <a:tblGrid>
                <a:gridCol w="2388927">
                  <a:extLst>
                    <a:ext uri="{9D8B030D-6E8A-4147-A177-3AD203B41FA5}">
                      <a16:colId xmlns:a16="http://schemas.microsoft.com/office/drawing/2014/main" val="951609180"/>
                    </a:ext>
                  </a:extLst>
                </a:gridCol>
                <a:gridCol w="5754757">
                  <a:extLst>
                    <a:ext uri="{9D8B030D-6E8A-4147-A177-3AD203B41FA5}">
                      <a16:colId xmlns:a16="http://schemas.microsoft.com/office/drawing/2014/main" val="3765564612"/>
                    </a:ext>
                  </a:extLst>
                </a:gridCol>
              </a:tblGrid>
              <a:tr h="211075">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Aspect</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Details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5393796"/>
                  </a:ext>
                </a:extLst>
              </a:tr>
              <a:tr h="365102">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Title</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Student Management System with Admin, Teacher, and Student Roles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8519422"/>
                  </a:ext>
                </a:extLst>
              </a:tr>
              <a:tr h="519130">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Objective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To design a centralized platform that manages academic data through hierarchical user access.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603903"/>
                  </a:ext>
                </a:extLst>
              </a:tr>
              <a:tr h="519130">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Methodology</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Developed using a 3-tier architecture with distinct CRUD operations for each user role.</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4889548"/>
                  </a:ext>
                </a:extLst>
              </a:tr>
              <a:tr h="519130">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Key Findings</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Clear role definition improves data integrity and prevents unauthorized access to records.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541950"/>
                  </a:ext>
                </a:extLst>
              </a:tr>
              <a:tr h="519130">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Strengths</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Efficiently handles basic user management tasks like adding or deleting profiles.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4384452"/>
                  </a:ext>
                </a:extLst>
              </a:tr>
              <a:tr h="519130">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Limitations / Gaps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Does not integrate real-time scheduling or "Master Timetables" for the Admin.</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8389550"/>
                  </a:ext>
                </a:extLst>
              </a:tr>
            </a:tbl>
          </a:graphicData>
        </a:graphic>
      </p:graphicFrame>
    </p:spTree>
    <p:extLst>
      <p:ext uri="{BB962C8B-B14F-4D97-AF65-F5344CB8AC3E}">
        <p14:creationId xmlns:p14="http://schemas.microsoft.com/office/powerpoint/2010/main" val="37111298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1E26-FBB9-134D-E529-87AD3B242F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D1CDDC-FA95-2A39-EA1A-2BD47D231C6F}"/>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6</a:t>
            </a:fld>
            <a:endParaRPr lang="en-IN" dirty="0"/>
          </a:p>
        </p:txBody>
      </p:sp>
      <p:sp>
        <p:nvSpPr>
          <p:cNvPr id="3" name="object 2">
            <a:extLst>
              <a:ext uri="{FF2B5EF4-FFF2-40B4-BE49-F238E27FC236}">
                <a16:creationId xmlns:a16="http://schemas.microsoft.com/office/drawing/2014/main" id="{188C9A40-2A53-E248-4B32-386B7901523E}"/>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Paper 3</a:t>
            </a:r>
          </a:p>
        </p:txBody>
      </p:sp>
      <p:graphicFrame>
        <p:nvGraphicFramePr>
          <p:cNvPr id="4" name="Table 3">
            <a:extLst>
              <a:ext uri="{FF2B5EF4-FFF2-40B4-BE49-F238E27FC236}">
                <a16:creationId xmlns:a16="http://schemas.microsoft.com/office/drawing/2014/main" id="{B82821DB-4DE1-36F0-1827-69F7D301B2E0}"/>
              </a:ext>
            </a:extLst>
          </p:cNvPr>
          <p:cNvGraphicFramePr>
            <a:graphicFrameLocks noGrp="1"/>
          </p:cNvGraphicFramePr>
          <p:nvPr>
            <p:extLst>
              <p:ext uri="{D42A27DB-BD31-4B8C-83A1-F6EECF244321}">
                <p14:modId xmlns:p14="http://schemas.microsoft.com/office/powerpoint/2010/main" val="3775566340"/>
              </p:ext>
            </p:extLst>
          </p:nvPr>
        </p:nvGraphicFramePr>
        <p:xfrm>
          <a:off x="205187" y="1346613"/>
          <a:ext cx="8173500" cy="3231160"/>
        </p:xfrm>
        <a:graphic>
          <a:graphicData uri="http://schemas.openxmlformats.org/drawingml/2006/table">
            <a:tbl>
              <a:tblPr/>
              <a:tblGrid>
                <a:gridCol w="2315875">
                  <a:extLst>
                    <a:ext uri="{9D8B030D-6E8A-4147-A177-3AD203B41FA5}">
                      <a16:colId xmlns:a16="http://schemas.microsoft.com/office/drawing/2014/main" val="424457404"/>
                    </a:ext>
                  </a:extLst>
                </a:gridCol>
                <a:gridCol w="5857625">
                  <a:extLst>
                    <a:ext uri="{9D8B030D-6E8A-4147-A177-3AD203B41FA5}">
                      <a16:colId xmlns:a16="http://schemas.microsoft.com/office/drawing/2014/main" val="2913929210"/>
                    </a:ext>
                  </a:extLst>
                </a:gridCol>
              </a:tblGrid>
              <a:tr h="211075">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Aspect</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Details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085563"/>
                  </a:ext>
                </a:extLst>
              </a:tr>
              <a:tr h="365102">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Title</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A learning analytics-based leaderboard feedback approach</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476882"/>
                  </a:ext>
                </a:extLst>
              </a:tr>
              <a:tr h="519130">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Objective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To boost student cognitive engagement through competitive digital leaderboards.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9105565"/>
                  </a:ext>
                </a:extLst>
              </a:tr>
              <a:tr h="519130">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Methodology</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Integrated rank-based feedback systems into online collaborative learning environments.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1248003"/>
                  </a:ext>
                </a:extLst>
              </a:tr>
              <a:tr h="519130">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Key Findings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Real-time feedback on performance significantly motivates students to improve their scores.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7640277"/>
                  </a:ext>
                </a:extLst>
              </a:tr>
              <a:tr h="519130">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Strengths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Successfully bridges the gap between raw data and student motivation.</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732743"/>
                  </a:ext>
                </a:extLst>
              </a:tr>
              <a:tr h="519130">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Limitations / Gaps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The leaderboard is a standalone feature; it is not linked to attendance or daily schedules.</a:t>
                      </a:r>
                    </a:p>
                  </a:txBody>
                  <a:tcPr marL="42785" marR="42785" marT="28524" marB="285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2424482"/>
                  </a:ext>
                </a:extLst>
              </a:tr>
            </a:tbl>
          </a:graphicData>
        </a:graphic>
      </p:graphicFrame>
    </p:spTree>
    <p:extLst>
      <p:ext uri="{BB962C8B-B14F-4D97-AF65-F5344CB8AC3E}">
        <p14:creationId xmlns:p14="http://schemas.microsoft.com/office/powerpoint/2010/main" val="127452139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4A8B9-0284-E877-7597-92881B859A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B2CF42-DBB4-9266-F6AB-755C5B712723}"/>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7</a:t>
            </a:fld>
            <a:endParaRPr lang="en-IN" dirty="0"/>
          </a:p>
        </p:txBody>
      </p:sp>
      <p:sp>
        <p:nvSpPr>
          <p:cNvPr id="3" name="object 2">
            <a:extLst>
              <a:ext uri="{FF2B5EF4-FFF2-40B4-BE49-F238E27FC236}">
                <a16:creationId xmlns:a16="http://schemas.microsoft.com/office/drawing/2014/main" id="{6936AD07-D786-7AF8-ED08-8C8FF1DFAFBE}"/>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Paper 4</a:t>
            </a:r>
          </a:p>
        </p:txBody>
      </p:sp>
      <p:graphicFrame>
        <p:nvGraphicFramePr>
          <p:cNvPr id="4" name="Table 3">
            <a:extLst>
              <a:ext uri="{FF2B5EF4-FFF2-40B4-BE49-F238E27FC236}">
                <a16:creationId xmlns:a16="http://schemas.microsoft.com/office/drawing/2014/main" id="{3F3CA05C-428B-239E-A703-0433B8137D08}"/>
              </a:ext>
            </a:extLst>
          </p:cNvPr>
          <p:cNvGraphicFramePr>
            <a:graphicFrameLocks noGrp="1"/>
          </p:cNvGraphicFramePr>
          <p:nvPr>
            <p:extLst>
              <p:ext uri="{D42A27DB-BD31-4B8C-83A1-F6EECF244321}">
                <p14:modId xmlns:p14="http://schemas.microsoft.com/office/powerpoint/2010/main" val="1458482666"/>
              </p:ext>
            </p:extLst>
          </p:nvPr>
        </p:nvGraphicFramePr>
        <p:xfrm>
          <a:off x="228600" y="1263609"/>
          <a:ext cx="8120270" cy="3223296"/>
        </p:xfrm>
        <a:graphic>
          <a:graphicData uri="http://schemas.openxmlformats.org/drawingml/2006/table">
            <a:tbl>
              <a:tblPr/>
              <a:tblGrid>
                <a:gridCol w="2497766">
                  <a:extLst>
                    <a:ext uri="{9D8B030D-6E8A-4147-A177-3AD203B41FA5}">
                      <a16:colId xmlns:a16="http://schemas.microsoft.com/office/drawing/2014/main" val="976722555"/>
                    </a:ext>
                  </a:extLst>
                </a:gridCol>
                <a:gridCol w="5622504">
                  <a:extLst>
                    <a:ext uri="{9D8B030D-6E8A-4147-A177-3AD203B41FA5}">
                      <a16:colId xmlns:a16="http://schemas.microsoft.com/office/drawing/2014/main" val="115690168"/>
                    </a:ext>
                  </a:extLst>
                </a:gridCol>
              </a:tblGrid>
              <a:tr h="221848">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Aspect</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Details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078552"/>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Title</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Develop a new Student Attendance system Using QR Code for Smartphone</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7331945"/>
                  </a:ext>
                </a:extLst>
              </a:tr>
              <a:tr h="545626">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Objective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To simplify attendance logging by using personal smartphones and cloud storage.</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2916934"/>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Methodology</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Implementation of mobile-responsive web applications for real-time scanning.</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0532032"/>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Key Findings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High accessibility for students, but requires manual oversight to ensure data accuracy.</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664975"/>
                  </a:ext>
                </a:extLst>
              </a:tr>
              <a:tr h="38373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Strengths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Cost-effective as it utilizes existing student hardware (smartphones).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05323"/>
                  </a:ext>
                </a:extLst>
              </a:tr>
              <a:tr h="38373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Limitations / Gaps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Lacks deep-dive analytics for faculty to view "complete attendance logs".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2085197"/>
                  </a:ext>
                </a:extLst>
              </a:tr>
            </a:tbl>
          </a:graphicData>
        </a:graphic>
      </p:graphicFrame>
    </p:spTree>
    <p:extLst>
      <p:ext uri="{BB962C8B-B14F-4D97-AF65-F5344CB8AC3E}">
        <p14:creationId xmlns:p14="http://schemas.microsoft.com/office/powerpoint/2010/main" val="23261792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BACAF-B688-8141-7B94-B58EAB5089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DDABC0-D892-D8F2-769E-F268F68BD9A3}"/>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8</a:t>
            </a:fld>
            <a:endParaRPr lang="en-IN" dirty="0"/>
          </a:p>
        </p:txBody>
      </p:sp>
      <p:sp>
        <p:nvSpPr>
          <p:cNvPr id="3" name="object 2">
            <a:extLst>
              <a:ext uri="{FF2B5EF4-FFF2-40B4-BE49-F238E27FC236}">
                <a16:creationId xmlns:a16="http://schemas.microsoft.com/office/drawing/2014/main" id="{875755F0-48CB-0029-9E6F-AA6805B50D97}"/>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Paper 5</a:t>
            </a:r>
          </a:p>
        </p:txBody>
      </p:sp>
      <p:graphicFrame>
        <p:nvGraphicFramePr>
          <p:cNvPr id="5" name="Table 4">
            <a:extLst>
              <a:ext uri="{FF2B5EF4-FFF2-40B4-BE49-F238E27FC236}">
                <a16:creationId xmlns:a16="http://schemas.microsoft.com/office/drawing/2014/main" id="{9C70ED52-859E-6810-98C7-95967ADE9E2E}"/>
              </a:ext>
            </a:extLst>
          </p:cNvPr>
          <p:cNvGraphicFramePr>
            <a:graphicFrameLocks noGrp="1"/>
          </p:cNvGraphicFramePr>
          <p:nvPr>
            <p:extLst>
              <p:ext uri="{D42A27DB-BD31-4B8C-83A1-F6EECF244321}">
                <p14:modId xmlns:p14="http://schemas.microsoft.com/office/powerpoint/2010/main" val="745873236"/>
              </p:ext>
            </p:extLst>
          </p:nvPr>
        </p:nvGraphicFramePr>
        <p:xfrm>
          <a:off x="188844" y="1321904"/>
          <a:ext cx="8169964" cy="3309731"/>
        </p:xfrm>
        <a:graphic>
          <a:graphicData uri="http://schemas.openxmlformats.org/drawingml/2006/table">
            <a:tbl>
              <a:tblPr/>
              <a:tblGrid>
                <a:gridCol w="2425147">
                  <a:extLst>
                    <a:ext uri="{9D8B030D-6E8A-4147-A177-3AD203B41FA5}">
                      <a16:colId xmlns:a16="http://schemas.microsoft.com/office/drawing/2014/main" val="1905266086"/>
                    </a:ext>
                  </a:extLst>
                </a:gridCol>
                <a:gridCol w="5744817">
                  <a:extLst>
                    <a:ext uri="{9D8B030D-6E8A-4147-A177-3AD203B41FA5}">
                      <a16:colId xmlns:a16="http://schemas.microsoft.com/office/drawing/2014/main" val="3969764094"/>
                    </a:ext>
                  </a:extLst>
                </a:gridCol>
              </a:tblGrid>
              <a:tr h="287492">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Aspect</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Details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593251"/>
                  </a:ext>
                </a:extLst>
              </a:tr>
              <a:tr h="533737">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Title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Attendance Management System with Comprehensive Timetable Module</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982779"/>
                  </a:ext>
                </a:extLst>
              </a:tr>
              <a:tr h="51191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Objective</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To synchronize attendance records with institutional class schedules.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4330879"/>
                  </a:ext>
                </a:extLst>
              </a:tr>
              <a:tr h="53373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Methodology</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Mapping student presence timestamps to predefined timetable slots.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1966961"/>
                  </a:ext>
                </a:extLst>
              </a:tr>
              <a:tr h="53373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Key Findings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Subject-wise attendance tracking becomes more accurate when linked to a timetable.</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9600195"/>
                  </a:ext>
                </a:extLst>
              </a:tr>
              <a:tr h="375375">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Strengths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Reduces errors in subject-wise percentage calculations.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641289"/>
                  </a:ext>
                </a:extLst>
              </a:tr>
              <a:tr h="53373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Limitations / Gaps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Missing a "Global Master View" for administrators to monitor all class activities.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6622806"/>
                  </a:ext>
                </a:extLst>
              </a:tr>
            </a:tbl>
          </a:graphicData>
        </a:graphic>
      </p:graphicFrame>
    </p:spTree>
    <p:extLst>
      <p:ext uri="{BB962C8B-B14F-4D97-AF65-F5344CB8AC3E}">
        <p14:creationId xmlns:p14="http://schemas.microsoft.com/office/powerpoint/2010/main" val="364539923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901D5-6FDA-A615-26D3-494513D30E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4BA3B9-C041-7AB5-917C-5727B31D1C4B}"/>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9</a:t>
            </a:fld>
            <a:endParaRPr lang="en-IN" dirty="0"/>
          </a:p>
        </p:txBody>
      </p:sp>
      <p:sp>
        <p:nvSpPr>
          <p:cNvPr id="3" name="object 2">
            <a:extLst>
              <a:ext uri="{FF2B5EF4-FFF2-40B4-BE49-F238E27FC236}">
                <a16:creationId xmlns:a16="http://schemas.microsoft.com/office/drawing/2014/main" id="{78D6741D-BB02-7D6C-7FF8-0E528D85ED76}"/>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Paper 6</a:t>
            </a:r>
          </a:p>
        </p:txBody>
      </p:sp>
      <p:graphicFrame>
        <p:nvGraphicFramePr>
          <p:cNvPr id="5" name="Table 4">
            <a:extLst>
              <a:ext uri="{FF2B5EF4-FFF2-40B4-BE49-F238E27FC236}">
                <a16:creationId xmlns:a16="http://schemas.microsoft.com/office/drawing/2014/main" id="{3898DFBA-3AFE-3588-C760-F58191574031}"/>
              </a:ext>
            </a:extLst>
          </p:cNvPr>
          <p:cNvGraphicFramePr>
            <a:graphicFrameLocks noGrp="1"/>
          </p:cNvGraphicFramePr>
          <p:nvPr>
            <p:extLst>
              <p:ext uri="{D42A27DB-BD31-4B8C-83A1-F6EECF244321}">
                <p14:modId xmlns:p14="http://schemas.microsoft.com/office/powerpoint/2010/main" val="3188921528"/>
              </p:ext>
            </p:extLst>
          </p:nvPr>
        </p:nvGraphicFramePr>
        <p:xfrm>
          <a:off x="188844" y="1323243"/>
          <a:ext cx="8269356" cy="3223296"/>
        </p:xfrm>
        <a:graphic>
          <a:graphicData uri="http://schemas.openxmlformats.org/drawingml/2006/table">
            <a:tbl>
              <a:tblPr/>
              <a:tblGrid>
                <a:gridCol w="2535514">
                  <a:extLst>
                    <a:ext uri="{9D8B030D-6E8A-4147-A177-3AD203B41FA5}">
                      <a16:colId xmlns:a16="http://schemas.microsoft.com/office/drawing/2014/main" val="4228099250"/>
                    </a:ext>
                  </a:extLst>
                </a:gridCol>
                <a:gridCol w="5733842">
                  <a:extLst>
                    <a:ext uri="{9D8B030D-6E8A-4147-A177-3AD203B41FA5}">
                      <a16:colId xmlns:a16="http://schemas.microsoft.com/office/drawing/2014/main" val="653447959"/>
                    </a:ext>
                  </a:extLst>
                </a:gridCol>
              </a:tblGrid>
              <a:tr h="221848">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Aspect</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Details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7733882"/>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Title</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Predicting Practical Performance of the Student from C Code Submissions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7436631"/>
                  </a:ext>
                </a:extLst>
              </a:tr>
              <a:tr h="383737">
                <a:tc>
                  <a:txBody>
                    <a:bodyPr/>
                    <a:lstStyle/>
                    <a:p>
                      <a:pPr rtl="0">
                        <a:buNone/>
                      </a:pPr>
                      <a:r>
                        <a:rPr lang="en-GB" sz="1400" b="1" dirty="0">
                          <a:solidFill>
                            <a:srgbClr val="1F1F1F"/>
                          </a:solidFill>
                          <a:effectLst/>
                          <a:latin typeface="Times New Roman" panose="02020603050405020304" pitchFamily="18" charset="0"/>
                          <a:cs typeface="Times New Roman" panose="02020603050405020304" pitchFamily="18" charset="0"/>
                        </a:rPr>
                        <a:t>Objective</a:t>
                      </a:r>
                      <a:endParaRPr lang="en-GB" sz="1400" dirty="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To evaluate technical proficiency by analyzing student coding metrics.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444669"/>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Methodology</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Using submission data and code quality metrics to predict overall academic success.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8091994"/>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Key Findings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Practical coding performance is a better predictor of success than theoretical exams.</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0375673"/>
                  </a:ext>
                </a:extLst>
              </a:tr>
              <a:tr h="383737">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Strengths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a:solidFill>
                            <a:srgbClr val="1F1F1F"/>
                          </a:solidFill>
                          <a:effectLst/>
                          <a:latin typeface="Times New Roman" panose="02020603050405020304" pitchFamily="18" charset="0"/>
                          <a:cs typeface="Times New Roman" panose="02020603050405020304" pitchFamily="18" charset="0"/>
                        </a:rPr>
                        <a:t>Focuses on objective technical skills rather than just attendance.</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659270"/>
                  </a:ext>
                </a:extLst>
              </a:tr>
              <a:tr h="545626">
                <a:tc>
                  <a:txBody>
                    <a:bodyPr/>
                    <a:lstStyle/>
                    <a:p>
                      <a:pPr rtl="0">
                        <a:buNone/>
                      </a:pPr>
                      <a:r>
                        <a:rPr lang="en-GB" sz="1400" b="1">
                          <a:solidFill>
                            <a:srgbClr val="1F1F1F"/>
                          </a:solidFill>
                          <a:effectLst/>
                          <a:latin typeface="Times New Roman" panose="02020603050405020304" pitchFamily="18" charset="0"/>
                          <a:cs typeface="Times New Roman" panose="02020603050405020304" pitchFamily="18" charset="0"/>
                        </a:rPr>
                        <a:t>Limitations / Gaps</a:t>
                      </a:r>
                      <a:endParaRPr lang="en-GB" sz="1400">
                        <a:solidFill>
                          <a:srgbClr val="1F1F1F"/>
                        </a:solidFill>
                        <a:effectLst/>
                        <a:latin typeface="Times New Roman" panose="02020603050405020304" pitchFamily="18" charset="0"/>
                        <a:cs typeface="Times New Roman" panose="02020603050405020304" pitchFamily="18" charset="0"/>
                      </a:endParaRP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400" dirty="0">
                          <a:solidFill>
                            <a:srgbClr val="1F1F1F"/>
                          </a:solidFill>
                          <a:effectLst/>
                          <a:latin typeface="Times New Roman" panose="02020603050405020304" pitchFamily="18" charset="0"/>
                          <a:cs typeface="Times New Roman" panose="02020603050405020304" pitchFamily="18" charset="0"/>
                        </a:rPr>
                        <a:t>Performance data is not correlated with daily attendance on a single dashboard.</a:t>
                      </a:r>
                    </a:p>
                  </a:txBody>
                  <a:tcPr marL="44969" marR="44969" marT="29979" marB="2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9398784"/>
                  </a:ext>
                </a:extLst>
              </a:tr>
            </a:tbl>
          </a:graphicData>
        </a:graphic>
      </p:graphicFrame>
    </p:spTree>
    <p:extLst>
      <p:ext uri="{BB962C8B-B14F-4D97-AF65-F5344CB8AC3E}">
        <p14:creationId xmlns:p14="http://schemas.microsoft.com/office/powerpoint/2010/main" val="14239443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925B32-5762-0AB2-E08A-461E4C8B7014}"/>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10</a:t>
            </a:fld>
            <a:endParaRPr lang="en-IN" dirty="0"/>
          </a:p>
        </p:txBody>
      </p:sp>
      <p:sp>
        <p:nvSpPr>
          <p:cNvPr id="3" name="object 2">
            <a:extLst>
              <a:ext uri="{FF2B5EF4-FFF2-40B4-BE49-F238E27FC236}">
                <a16:creationId xmlns:a16="http://schemas.microsoft.com/office/drawing/2014/main" id="{A94F5027-CBF8-4E1C-A503-4C50C325358D}"/>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a:t>
            </a:r>
            <a:r>
              <a:rPr lang="en-US" spc="-30" dirty="0" err="1">
                <a:latin typeface="Times New Roman" panose="02020603050405020304" pitchFamily="18" charset="0"/>
                <a:cs typeface="Times New Roman" panose="02020603050405020304" pitchFamily="18" charset="0"/>
              </a:rPr>
              <a:t>Comparitive</a:t>
            </a:r>
            <a:r>
              <a:rPr lang="en-US" spc="-30" dirty="0">
                <a:latin typeface="Times New Roman" panose="02020603050405020304" pitchFamily="18" charset="0"/>
                <a:cs typeface="Times New Roman" panose="02020603050405020304" pitchFamily="18" charset="0"/>
              </a:rPr>
              <a:t> Analysis</a:t>
            </a:r>
          </a:p>
        </p:txBody>
      </p:sp>
      <p:graphicFrame>
        <p:nvGraphicFramePr>
          <p:cNvPr id="4" name="Table 3">
            <a:extLst>
              <a:ext uri="{FF2B5EF4-FFF2-40B4-BE49-F238E27FC236}">
                <a16:creationId xmlns:a16="http://schemas.microsoft.com/office/drawing/2014/main" id="{38153D6D-D442-ABF6-B547-77945D4FAC4A}"/>
              </a:ext>
            </a:extLst>
          </p:cNvPr>
          <p:cNvGraphicFramePr>
            <a:graphicFrameLocks noGrp="1"/>
          </p:cNvGraphicFramePr>
          <p:nvPr>
            <p:extLst>
              <p:ext uri="{D42A27DB-BD31-4B8C-83A1-F6EECF244321}">
                <p14:modId xmlns:p14="http://schemas.microsoft.com/office/powerpoint/2010/main" val="2422652013"/>
              </p:ext>
            </p:extLst>
          </p:nvPr>
        </p:nvGraphicFramePr>
        <p:xfrm>
          <a:off x="178903" y="1277039"/>
          <a:ext cx="8150087" cy="3288350"/>
        </p:xfrm>
        <a:graphic>
          <a:graphicData uri="http://schemas.openxmlformats.org/drawingml/2006/table">
            <a:tbl>
              <a:tblPr lastCol="1"/>
              <a:tblGrid>
                <a:gridCol w="1788830">
                  <a:extLst>
                    <a:ext uri="{9D8B030D-6E8A-4147-A177-3AD203B41FA5}">
                      <a16:colId xmlns:a16="http://schemas.microsoft.com/office/drawing/2014/main" val="660374795"/>
                    </a:ext>
                  </a:extLst>
                </a:gridCol>
                <a:gridCol w="3492454">
                  <a:extLst>
                    <a:ext uri="{9D8B030D-6E8A-4147-A177-3AD203B41FA5}">
                      <a16:colId xmlns:a16="http://schemas.microsoft.com/office/drawing/2014/main" val="2499190507"/>
                    </a:ext>
                  </a:extLst>
                </a:gridCol>
                <a:gridCol w="2868803">
                  <a:extLst>
                    <a:ext uri="{9D8B030D-6E8A-4147-A177-3AD203B41FA5}">
                      <a16:colId xmlns:a16="http://schemas.microsoft.com/office/drawing/2014/main" val="654812552"/>
                    </a:ext>
                  </a:extLst>
                </a:gridCol>
              </a:tblGrid>
              <a:tr h="243430">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Research Paper</a:t>
                      </a:r>
                      <a:endParaRPr lang="en-GB" sz="120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Identified Gap</a:t>
                      </a:r>
                      <a:endParaRPr lang="en-GB" sz="1200" dirty="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How Your Project Overcomes It</a:t>
                      </a:r>
                      <a:endParaRPr lang="en-GB" sz="120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8437566"/>
                  </a:ext>
                </a:extLst>
              </a:tr>
              <a:tr h="551523">
                <a:tc>
                  <a:txBody>
                    <a:bodyPr/>
                    <a:lstStyle/>
                    <a:p>
                      <a:pPr rtl="0">
                        <a:buNone/>
                      </a:pPr>
                      <a:r>
                        <a:rPr lang="fr-FR" sz="1200" b="1" dirty="0">
                          <a:solidFill>
                            <a:srgbClr val="1F1F1F"/>
                          </a:solidFill>
                          <a:effectLst/>
                          <a:latin typeface="Times New Roman" panose="02020603050405020304" pitchFamily="18" charset="0"/>
                          <a:cs typeface="Times New Roman" panose="02020603050405020304" pitchFamily="18" charset="0"/>
                        </a:rPr>
                        <a:t>Paper 1 &amp; 4 (QR Attendance)</a:t>
                      </a:r>
                      <a:endParaRPr lang="fr-FR" sz="1200" dirty="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Single-Mode Reliance:</a:t>
                      </a:r>
                      <a:r>
                        <a:rPr lang="en-GB" sz="1200" dirty="0">
                          <a:solidFill>
                            <a:srgbClr val="1F1F1F"/>
                          </a:solidFill>
                          <a:effectLst/>
                          <a:latin typeface="Times New Roman" panose="02020603050405020304" pitchFamily="18" charset="0"/>
                          <a:cs typeface="Times New Roman" panose="02020603050405020304" pitchFamily="18" charset="0"/>
                        </a:rPr>
                        <a:t> Systems fail if a student’s camera breaks or QR fails to load.</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Dual-Mode System:</a:t>
                      </a:r>
                      <a:r>
                        <a:rPr lang="en-GB" sz="1200">
                          <a:solidFill>
                            <a:srgbClr val="1F1F1F"/>
                          </a:solidFill>
                          <a:effectLst/>
                          <a:latin typeface="Times New Roman" panose="02020603050405020304" pitchFamily="18" charset="0"/>
                          <a:cs typeface="Times New Roman" panose="02020603050405020304" pitchFamily="18" charset="0"/>
                        </a:rPr>
                        <a:t> You provide QR scanning AND manual roll-call backup for Faculty.</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0164439"/>
                  </a:ext>
                </a:extLst>
              </a:tr>
              <a:tr h="551523">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Paper 2 (User Roles)</a:t>
                      </a:r>
                      <a:endParaRPr lang="en-GB" sz="120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Passive Management:</a:t>
                      </a:r>
                      <a:r>
                        <a:rPr lang="en-GB" sz="1200">
                          <a:solidFill>
                            <a:srgbClr val="1F1F1F"/>
                          </a:solidFill>
                          <a:effectLst/>
                          <a:latin typeface="Times New Roman" panose="02020603050405020304" pitchFamily="18" charset="0"/>
                          <a:cs typeface="Times New Roman" panose="02020603050405020304" pitchFamily="18" charset="0"/>
                        </a:rPr>
                        <a:t> Systems store data but don't provide tools for active support.</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Active Support:</a:t>
                      </a:r>
                      <a:r>
                        <a:rPr lang="en-GB" sz="1200">
                          <a:solidFill>
                            <a:srgbClr val="1F1F1F"/>
                          </a:solidFill>
                          <a:effectLst/>
                          <a:latin typeface="Times New Roman" panose="02020603050405020304" pitchFamily="18" charset="0"/>
                          <a:cs typeface="Times New Roman" panose="02020603050405020304" pitchFamily="18" charset="0"/>
                        </a:rPr>
                        <a:t> Faculty can directly </a:t>
                      </a:r>
                      <a:r>
                        <a:rPr lang="en-GB" sz="1200" b="1">
                          <a:solidFill>
                            <a:srgbClr val="1F1F1F"/>
                          </a:solidFill>
                          <a:effectLst/>
                          <a:latin typeface="Times New Roman" panose="02020603050405020304" pitchFamily="18" charset="0"/>
                          <a:cs typeface="Times New Roman" panose="02020603050405020304" pitchFamily="18" charset="0"/>
                        </a:rPr>
                        <a:t>reset student credentials</a:t>
                      </a:r>
                      <a:r>
                        <a:rPr lang="en-GB" sz="1200">
                          <a:solidFill>
                            <a:srgbClr val="1F1F1F"/>
                          </a:solidFill>
                          <a:effectLst/>
                          <a:latin typeface="Times New Roman" panose="02020603050405020304" pitchFamily="18" charset="0"/>
                          <a:cs typeface="Times New Roman" panose="02020603050405020304" pitchFamily="18" charset="0"/>
                        </a:rPr>
                        <a:t> and Admin can </a:t>
                      </a:r>
                      <a:r>
                        <a:rPr lang="en-GB" sz="1200" b="1">
                          <a:solidFill>
                            <a:srgbClr val="1F1F1F"/>
                          </a:solidFill>
                          <a:effectLst/>
                          <a:latin typeface="Times New Roman" panose="02020603050405020304" pitchFamily="18" charset="0"/>
                          <a:cs typeface="Times New Roman" panose="02020603050405020304" pitchFamily="18" charset="0"/>
                        </a:rPr>
                        <a:t>modify records</a:t>
                      </a:r>
                      <a:r>
                        <a:rPr lang="en-GB" sz="1200">
                          <a:solidFill>
                            <a:srgbClr val="1F1F1F"/>
                          </a:solidFill>
                          <a:effectLst/>
                          <a:latin typeface="Times New Roman" panose="02020603050405020304" pitchFamily="18" charset="0"/>
                          <a:cs typeface="Times New Roman" panose="02020603050405020304" pitchFamily="18" charset="0"/>
                        </a:rPr>
                        <a:t>.</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9273390"/>
                  </a:ext>
                </a:extLst>
              </a:tr>
              <a:tr h="629616">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Paper 3 (Gamification)</a:t>
                      </a:r>
                      <a:endParaRPr lang="en-GB" sz="120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Disconnected Engagement:</a:t>
                      </a:r>
                      <a:r>
                        <a:rPr lang="en-GB" sz="1200" dirty="0">
                          <a:solidFill>
                            <a:srgbClr val="1F1F1F"/>
                          </a:solidFill>
                          <a:effectLst/>
                          <a:latin typeface="Times New Roman" panose="02020603050405020304" pitchFamily="18" charset="0"/>
                          <a:cs typeface="Times New Roman" panose="02020603050405020304" pitchFamily="18" charset="0"/>
                        </a:rPr>
                        <a:t> Leaderboards are separate from daily admin tasks.</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Integrated Dashboard:</a:t>
                      </a:r>
                      <a:r>
                        <a:rPr lang="en-GB" sz="1200">
                          <a:solidFill>
                            <a:srgbClr val="1F1F1F"/>
                          </a:solidFill>
                          <a:effectLst/>
                          <a:latin typeface="Times New Roman" panose="02020603050405020304" pitchFamily="18" charset="0"/>
                          <a:cs typeface="Times New Roman" panose="02020603050405020304" pitchFamily="18" charset="0"/>
                        </a:rPr>
                        <a:t> Coding scores and leaderboards are part of the daily Student/Faculty view.</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8458217"/>
                  </a:ext>
                </a:extLst>
              </a:tr>
              <a:tr h="629616">
                <a:tc>
                  <a:txBody>
                    <a:bodyPr/>
                    <a:lstStyle/>
                    <a:p>
                      <a:pPr rtl="0">
                        <a:buNone/>
                      </a:pPr>
                      <a:r>
                        <a:rPr lang="en-GB" sz="1200" b="1">
                          <a:solidFill>
                            <a:srgbClr val="1F1F1F"/>
                          </a:solidFill>
                          <a:effectLst/>
                          <a:latin typeface="Times New Roman" panose="02020603050405020304" pitchFamily="18" charset="0"/>
                          <a:cs typeface="Times New Roman" panose="02020603050405020304" pitchFamily="18" charset="0"/>
                        </a:rPr>
                        <a:t>Paper 6 (Coding Analytics)</a:t>
                      </a:r>
                      <a:endParaRPr lang="en-GB" sz="120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Data Silos:</a:t>
                      </a:r>
                      <a:r>
                        <a:rPr lang="en-GB" sz="1200" dirty="0">
                          <a:solidFill>
                            <a:srgbClr val="1F1F1F"/>
                          </a:solidFill>
                          <a:effectLst/>
                          <a:latin typeface="Times New Roman" panose="02020603050405020304" pitchFamily="18" charset="0"/>
                          <a:cs typeface="Times New Roman" panose="02020603050405020304" pitchFamily="18" charset="0"/>
                        </a:rPr>
                        <a:t> Attendance and coding performance are not </a:t>
                      </a:r>
                      <a:r>
                        <a:rPr lang="en-GB" sz="1200" dirty="0" err="1">
                          <a:solidFill>
                            <a:srgbClr val="1F1F1F"/>
                          </a:solidFill>
                          <a:effectLst/>
                          <a:latin typeface="Times New Roman" panose="02020603050405020304" pitchFamily="18" charset="0"/>
                          <a:cs typeface="Times New Roman" panose="02020603050405020304" pitchFamily="18" charset="0"/>
                        </a:rPr>
                        <a:t>analyzed</a:t>
                      </a:r>
                      <a:r>
                        <a:rPr lang="en-GB" sz="1200" dirty="0">
                          <a:solidFill>
                            <a:srgbClr val="1F1F1F"/>
                          </a:solidFill>
                          <a:effectLst/>
                          <a:latin typeface="Times New Roman" panose="02020603050405020304" pitchFamily="18" charset="0"/>
                          <a:cs typeface="Times New Roman" panose="02020603050405020304" pitchFamily="18" charset="0"/>
                        </a:rPr>
                        <a:t> together.</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Unified Analytics:</a:t>
                      </a:r>
                      <a:r>
                        <a:rPr lang="en-GB" sz="1200" dirty="0">
                          <a:solidFill>
                            <a:srgbClr val="1F1F1F"/>
                          </a:solidFill>
                          <a:effectLst/>
                          <a:latin typeface="Times New Roman" panose="02020603050405020304" pitchFamily="18" charset="0"/>
                          <a:cs typeface="Times New Roman" panose="02020603050405020304" pitchFamily="18" charset="0"/>
                        </a:rPr>
                        <a:t> Faculty/Admin can see "Complete Attendance Analysis" alongside "Coding Scores."</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4932407"/>
                  </a:ext>
                </a:extLst>
              </a:tr>
              <a:tr h="629616">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Paper 7 (NLP Attendance)</a:t>
                      </a:r>
                      <a:endParaRPr lang="en-GB" sz="1200" dirty="0">
                        <a:solidFill>
                          <a:srgbClr val="1F1F1F"/>
                        </a:solidFill>
                        <a:effectLst/>
                        <a:latin typeface="Times New Roman" panose="02020603050405020304" pitchFamily="18" charset="0"/>
                        <a:cs typeface="Times New Roman" panose="02020603050405020304" pitchFamily="18" charset="0"/>
                      </a:endParaRP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High Interaction Effort:</a:t>
                      </a:r>
                      <a:r>
                        <a:rPr lang="en-GB" sz="1200" dirty="0">
                          <a:solidFill>
                            <a:srgbClr val="1F1F1F"/>
                          </a:solidFill>
                          <a:effectLst/>
                          <a:latin typeface="Times New Roman" panose="02020603050405020304" pitchFamily="18" charset="0"/>
                          <a:cs typeface="Times New Roman" panose="02020603050405020304" pitchFamily="18" charset="0"/>
                        </a:rPr>
                        <a:t> Traditional apps require too many clicks for bulk attendance posting.</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GB" sz="1200" b="1" dirty="0">
                          <a:solidFill>
                            <a:srgbClr val="1F1F1F"/>
                          </a:solidFill>
                          <a:effectLst/>
                          <a:latin typeface="Times New Roman" panose="02020603050405020304" pitchFamily="18" charset="0"/>
                          <a:cs typeface="Times New Roman" panose="02020603050405020304" pitchFamily="18" charset="0"/>
                        </a:rPr>
                        <a:t>Transactional NLP:</a:t>
                      </a:r>
                      <a:r>
                        <a:rPr lang="en-GB" sz="1200" dirty="0">
                          <a:solidFill>
                            <a:srgbClr val="1F1F1F"/>
                          </a:solidFill>
                          <a:effectLst/>
                          <a:latin typeface="Times New Roman" panose="02020603050405020304" pitchFamily="18" charset="0"/>
                          <a:cs typeface="Times New Roman" panose="02020603050405020304" pitchFamily="18" charset="0"/>
                        </a:rPr>
                        <a:t> Faculty can post bulk attendance via text (e.g., "Roll X absent, others present").</a:t>
                      </a:r>
                    </a:p>
                  </a:txBody>
                  <a:tcPr marL="22047" marR="22047" marT="14698" marB="14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9967437"/>
                  </a:ext>
                </a:extLst>
              </a:tr>
            </a:tbl>
          </a:graphicData>
        </a:graphic>
      </p:graphicFrame>
    </p:spTree>
    <p:extLst>
      <p:ext uri="{BB962C8B-B14F-4D97-AF65-F5344CB8AC3E}">
        <p14:creationId xmlns:p14="http://schemas.microsoft.com/office/powerpoint/2010/main" val="303200358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925B32-5762-0AB2-E08A-461E4C8B7014}"/>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11</a:t>
            </a:fld>
            <a:endParaRPr lang="en-IN" dirty="0"/>
          </a:p>
        </p:txBody>
      </p:sp>
      <p:sp>
        <p:nvSpPr>
          <p:cNvPr id="9" name="object 2">
            <a:extLst>
              <a:ext uri="{FF2B5EF4-FFF2-40B4-BE49-F238E27FC236}">
                <a16:creationId xmlns:a16="http://schemas.microsoft.com/office/drawing/2014/main" id="{F7144988-8BD7-9BA6-53A7-0ABF3D3239A7}"/>
              </a:ext>
            </a:extLst>
          </p:cNvPr>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spc="-30" dirty="0">
                <a:latin typeface="Times New Roman" panose="02020603050405020304" pitchFamily="18" charset="0"/>
                <a:cs typeface="Times New Roman" panose="02020603050405020304" pitchFamily="18" charset="0"/>
              </a:rPr>
              <a:t>Literature Review: Identified Gaps</a:t>
            </a:r>
          </a:p>
        </p:txBody>
      </p:sp>
      <p:sp>
        <p:nvSpPr>
          <p:cNvPr id="3" name="Rectangle 1">
            <a:extLst>
              <a:ext uri="{FF2B5EF4-FFF2-40B4-BE49-F238E27FC236}">
                <a16:creationId xmlns:a16="http://schemas.microsoft.com/office/drawing/2014/main" id="{DE850684-C111-4DF0-FC68-C21928ED367A}"/>
              </a:ext>
            </a:extLst>
          </p:cNvPr>
          <p:cNvSpPr>
            <a:spLocks noChangeArrowheads="1"/>
          </p:cNvSpPr>
          <p:nvPr/>
        </p:nvSpPr>
        <p:spPr bwMode="auto">
          <a:xfrm rot="10800000" flipV="1">
            <a:off x="173935" y="1290326"/>
            <a:ext cx="879613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Single-Mode Failure:</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Most systems rely only on QR; they lack a manual backup roll-call for when technology fails.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Disconnected Data:</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Attendance systems and academic performance (coding scores) are rarely integrated into one dashboard.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Administrative Blind Spots:</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Administrators often lack a "Master View" of all schedules and the power to correct attendance errors.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Lack of Support Features:</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Existing systems rarely provide faculty with tools to help students, such as "Credential Reset" options.</a:t>
            </a:r>
          </a:p>
        </p:txBody>
      </p:sp>
    </p:spTree>
    <p:extLst>
      <p:ext uri="{BB962C8B-B14F-4D97-AF65-F5344CB8AC3E}">
        <p14:creationId xmlns:p14="http://schemas.microsoft.com/office/powerpoint/2010/main" val="156545539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BE30EA-17F1-4C88-1666-C76A08009D0E}"/>
              </a:ext>
            </a:extLst>
          </p:cNvPr>
          <p:cNvSpPr>
            <a:spLocks noGrp="1"/>
          </p:cNvSpPr>
          <p:nvPr>
            <p:ph type="sldNum" sz="quarter" idx="14"/>
          </p:nvPr>
        </p:nvSpPr>
        <p:spPr>
          <a:xfrm>
            <a:off x="8629650" y="4817444"/>
            <a:ext cx="514350" cy="326056"/>
          </a:xfrm>
        </p:spPr>
        <p:txBody>
          <a:bodyPr/>
          <a:lstStyle/>
          <a:p>
            <a:fld id="{4B327F5A-7D8F-4012-9A1A-2197D74A174F}" type="slidenum">
              <a:rPr lang="en-IN" smtClean="0"/>
              <a:pPr/>
              <a:t>12</a:t>
            </a:fld>
            <a:endParaRPr lang="en-IN" dirty="0"/>
          </a:p>
        </p:txBody>
      </p:sp>
      <p:sp>
        <p:nvSpPr>
          <p:cNvPr id="3" name="object 2">
            <a:extLst>
              <a:ext uri="{FF2B5EF4-FFF2-40B4-BE49-F238E27FC236}">
                <a16:creationId xmlns:a16="http://schemas.microsoft.com/office/drawing/2014/main" id="{E523BC59-FDD6-4254-A4EC-89541F3B39F4}"/>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dirty="0">
                <a:latin typeface="Times New Roman" panose="02020603050405020304" pitchFamily="18" charset="0"/>
                <a:cs typeface="Times New Roman" panose="02020603050405020304" pitchFamily="18" charset="0"/>
              </a:rPr>
              <a:t>Proposed System Overview</a:t>
            </a:r>
            <a:endParaRPr lang="en-IN" spc="-3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6FE690C0-3FA8-1CDF-E955-011896048390}"/>
              </a:ext>
            </a:extLst>
          </p:cNvPr>
          <p:cNvSpPr>
            <a:spLocks noChangeArrowheads="1"/>
          </p:cNvSpPr>
          <p:nvPr/>
        </p:nvSpPr>
        <p:spPr bwMode="auto">
          <a:xfrm rot="10800000" flipV="1">
            <a:off x="72059" y="1045889"/>
            <a:ext cx="855759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1.Triple-Role Dashboards: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Admin:</a:t>
            </a:r>
            <a:r>
              <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Master Timetable, user management (Add/Delete), and attendance record modification.</a:t>
            </a:r>
          </a:p>
          <a:p>
            <a:pPr lvl="1" algn="just" eaLnBrk="0" fontAlgn="base" hangingPunct="0">
              <a:spcBef>
                <a:spcPct val="0"/>
              </a:spcBef>
              <a:spcAft>
                <a:spcPct val="0"/>
              </a:spcAft>
              <a:buFontTx/>
              <a:buChar char="•"/>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Faculty:</a:t>
            </a:r>
            <a:r>
              <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QR/Manual attendance, student analysis, credential resets, and class schedules.</a:t>
            </a:r>
          </a:p>
          <a:p>
            <a:pPr lvl="1" algn="just" eaLnBrk="0" fontAlgn="base" hangingPunct="0">
              <a:spcBef>
                <a:spcPct val="0"/>
              </a:spcBef>
              <a:spcAft>
                <a:spcPct val="0"/>
              </a:spcAft>
              <a:buFontTx/>
              <a:buChar char="•"/>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Student:</a:t>
            </a:r>
            <a:r>
              <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Personal QR profile, attendance percentage, today’s schedule, and coding scores.</a:t>
            </a:r>
          </a:p>
          <a:p>
            <a:pPr lvl="1" algn="just" eaLnBrk="0" fontAlgn="base" hangingPunct="0">
              <a:spcBef>
                <a:spcPct val="0"/>
              </a:spcBef>
              <a:spcAft>
                <a:spcPct val="0"/>
              </a:spcAft>
              <a:buFontTx/>
              <a:buChar char="•"/>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2.Core Modules: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Dual-Mode Attendance:</a:t>
            </a:r>
            <a:r>
              <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Fast QR scanning with manual override for roll-calls.</a:t>
            </a:r>
          </a:p>
          <a:p>
            <a:pPr lvl="1" algn="just" eaLnBrk="0" fontAlgn="base" hangingPunct="0">
              <a:spcBef>
                <a:spcPct val="0"/>
              </a:spcBef>
              <a:spcAft>
                <a:spcPct val="0"/>
              </a:spcAft>
              <a:buFontTx/>
              <a:buChar char="•"/>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Gamified Hub:</a:t>
            </a:r>
            <a:r>
              <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Live leaderboards showing coding ranks across classes.</a:t>
            </a:r>
          </a:p>
          <a:p>
            <a:pPr lvl="1" algn="just" eaLnBrk="0" fontAlgn="base" hangingPunct="0">
              <a:spcBef>
                <a:spcPct val="0"/>
              </a:spcBef>
              <a:spcAft>
                <a:spcPct val="0"/>
              </a:spcAft>
              <a:buFontTx/>
              <a:buChar char="•"/>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16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Global Scheduler:</a:t>
            </a:r>
            <a:r>
              <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Real-time daily/weekly/master views for all users.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525250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353434-5118-2513-D770-AC0C2BAEB38C}"/>
              </a:ext>
            </a:extLst>
          </p:cNvPr>
          <p:cNvSpPr>
            <a:spLocks noGrp="1"/>
          </p:cNvSpPr>
          <p:nvPr>
            <p:ph type="sldNum" sz="quarter" idx="14"/>
          </p:nvPr>
        </p:nvSpPr>
        <p:spPr/>
        <p:txBody>
          <a:bodyPr/>
          <a:lstStyle/>
          <a:p>
            <a:fld id="{4B327F5A-7D8F-4012-9A1A-2197D74A174F}" type="slidenum">
              <a:rPr lang="en-IN" smtClean="0"/>
              <a:pPr/>
              <a:t>13</a:t>
            </a:fld>
            <a:endParaRPr lang="en-IN" dirty="0"/>
          </a:p>
        </p:txBody>
      </p:sp>
      <p:sp>
        <p:nvSpPr>
          <p:cNvPr id="7" name="object 2">
            <a:extLst>
              <a:ext uri="{FF2B5EF4-FFF2-40B4-BE49-F238E27FC236}">
                <a16:creationId xmlns:a16="http://schemas.microsoft.com/office/drawing/2014/main" id="{CC6B33E9-E2D7-DCF3-DE93-E6BE326D5A71}"/>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US" dirty="0">
                <a:latin typeface="Times New Roman" panose="02020603050405020304" pitchFamily="18" charset="0"/>
                <a:cs typeface="Times New Roman" panose="02020603050405020304" pitchFamily="18" charset="0"/>
              </a:rPr>
              <a:t>Expected Outcomes</a:t>
            </a:r>
          </a:p>
        </p:txBody>
      </p:sp>
      <p:sp>
        <p:nvSpPr>
          <p:cNvPr id="3" name="Rectangle 1">
            <a:extLst>
              <a:ext uri="{FF2B5EF4-FFF2-40B4-BE49-F238E27FC236}">
                <a16:creationId xmlns:a16="http://schemas.microsoft.com/office/drawing/2014/main" id="{AF8EC573-90B3-A8E5-F4CA-A062DC425162}"/>
              </a:ext>
            </a:extLst>
          </p:cNvPr>
          <p:cNvSpPr>
            <a:spLocks noChangeArrowheads="1"/>
          </p:cNvSpPr>
          <p:nvPr/>
        </p:nvSpPr>
        <p:spPr bwMode="auto">
          <a:xfrm rot="10800000" flipV="1">
            <a:off x="66039" y="1279088"/>
            <a:ext cx="892533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Operational Agility:</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a:t>
            </a:r>
            <a:r>
              <a:rPr kumimoji="0" lang="en-GB"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80% reduction in attendance marking time through optimized QR scanning workflows compared to traditional manual roll-calls.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Engagement:</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Increased coding activity due to daily leaderboard visibility.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Data Integrity:</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Admin correction features ensure 100% accurate institutional records.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Accessibility:</a:t>
            </a:r>
            <a:r>
              <a:rPr kumimoji="0" lang="en-US" altLang="en-US" sz="1800" b="0"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 Role-specific dashboards provide real-time schedule and performance data 24/7.</a:t>
            </a:r>
          </a:p>
        </p:txBody>
      </p:sp>
    </p:spTree>
    <p:extLst>
      <p:ext uri="{BB962C8B-B14F-4D97-AF65-F5344CB8AC3E}">
        <p14:creationId xmlns:p14="http://schemas.microsoft.com/office/powerpoint/2010/main" val="33572094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30849E-F7A6-5ED3-F0DD-CF5FC48A9C64}"/>
              </a:ext>
            </a:extLst>
          </p:cNvPr>
          <p:cNvSpPr>
            <a:spLocks noGrp="1"/>
          </p:cNvSpPr>
          <p:nvPr>
            <p:ph type="sldNum" sz="quarter" idx="14"/>
          </p:nvPr>
        </p:nvSpPr>
        <p:spPr>
          <a:xfrm>
            <a:off x="8629650" y="4817444"/>
            <a:ext cx="514350" cy="326056"/>
          </a:xfrm>
        </p:spPr>
        <p:txBody>
          <a:bodyPr/>
          <a:lstStyle/>
          <a:p>
            <a:fld id="{4B327F5A-7D8F-4012-9A1A-2197D74A174F}" type="slidenum">
              <a:rPr lang="en-IN" smtClean="0"/>
              <a:pPr/>
              <a:t>14</a:t>
            </a:fld>
            <a:endParaRPr lang="en-IN" dirty="0"/>
          </a:p>
        </p:txBody>
      </p:sp>
      <p:sp>
        <p:nvSpPr>
          <p:cNvPr id="6" name="Title 1">
            <a:extLst>
              <a:ext uri="{FF2B5EF4-FFF2-40B4-BE49-F238E27FC236}">
                <a16:creationId xmlns:a16="http://schemas.microsoft.com/office/drawing/2014/main" id="{70F41802-39C9-442C-A52E-2BA7B3060AFE}"/>
              </a:ext>
            </a:extLst>
          </p:cNvPr>
          <p:cNvSpPr>
            <a:spLocks noGrp="1"/>
          </p:cNvSpPr>
          <p:nvPr>
            <p:ph type="ctrTitle"/>
          </p:nvPr>
        </p:nvSpPr>
        <p:spPr>
          <a:xfrm>
            <a:off x="1036637" y="2445200"/>
            <a:ext cx="6950076" cy="490904"/>
          </a:xfrm>
        </p:spPr>
        <p:txBody>
          <a:bodyPr/>
          <a:lstStyle/>
          <a:p>
            <a:r>
              <a:rPr lang="en-GB" sz="3400" b="1"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340172"/>
      </p:ext>
    </p:extLst>
  </p:cSld>
  <p:clrMapOvr>
    <a:masterClrMapping/>
  </p:clrMapOvr>
  <p:transition>
    <p:fade/>
  </p:transition>
</p:sld>
</file>

<file path=ppt/theme/theme1.xml><?xml version="1.0" encoding="utf-8"?>
<a:theme xmlns:a="http://schemas.openxmlformats.org/drawingml/2006/main" name="MC Powerpoint Template">
  <a:themeElements>
    <a:clrScheme name="Custom 1">
      <a:dk1>
        <a:srgbClr val="005094"/>
      </a:dk1>
      <a:lt1>
        <a:srgbClr val="FFFFFF"/>
      </a:lt1>
      <a:dk2>
        <a:srgbClr val="FFFFFF"/>
      </a:dk2>
      <a:lt2>
        <a:srgbClr val="FFFFFF"/>
      </a:lt2>
      <a:accent1>
        <a:srgbClr val="005094"/>
      </a:accent1>
      <a:accent2>
        <a:srgbClr val="525252"/>
      </a:accent2>
      <a:accent3>
        <a:srgbClr val="525252"/>
      </a:accent3>
      <a:accent4>
        <a:srgbClr val="005094"/>
      </a:accent4>
      <a:accent5>
        <a:srgbClr val="525252"/>
      </a:accent5>
      <a:accent6>
        <a:srgbClr val="005094"/>
      </a:accent6>
      <a:hlink>
        <a:srgbClr val="525252"/>
      </a:hlink>
      <a:folHlink>
        <a:srgbClr val="005094"/>
      </a:folHlink>
    </a:clrScheme>
    <a:fontScheme name="Montgomery Colle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51237F"/>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1187</Words>
  <Application>Microsoft Office PowerPoint</Application>
  <PresentationFormat>On-screen Show (16:9)</PresentationFormat>
  <Paragraphs>170</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Times New Roman</vt:lpstr>
      <vt:lpstr>Arial MT</vt:lpstr>
      <vt:lpstr>Wingdings</vt:lpstr>
      <vt:lpstr>Garamond</vt:lpstr>
      <vt:lpstr>Arial</vt:lpstr>
      <vt:lpstr>MC Powerpoint Template</vt:lpstr>
      <vt:lpstr>CAPSTONE PROJECT REVIEW - II</vt:lpstr>
      <vt:lpstr>Contents of the Presentation</vt:lpstr>
      <vt:lpstr>Problem Statement</vt:lpstr>
      <vt:lpstr>Literature Review: Paper 1</vt:lpstr>
      <vt:lpstr>Literature Review: Paper 2</vt:lpstr>
      <vt:lpstr>Literature Review: Paper 3</vt:lpstr>
      <vt:lpstr>Literature Review: Paper 4</vt:lpstr>
      <vt:lpstr>Literature Review: Paper 5</vt:lpstr>
      <vt:lpstr>Literature Review: Paper 6</vt:lpstr>
      <vt:lpstr>Literature Review: Comparitive Analysis</vt:lpstr>
      <vt:lpstr>Literature Review: Identified Gaps</vt:lpstr>
      <vt:lpstr>PowerPoint Presentation</vt:lpstr>
      <vt:lpstr>PowerPoint Presentation</vt:lpstr>
      <vt:lpstr>Thank You </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2016-09-09T13:34:50Z</dcterms:created>
  <dcterms:modified xsi:type="dcterms:W3CDTF">2026-01-18T11:59:45Z</dcterms:modified>
</cp:coreProperties>
</file>