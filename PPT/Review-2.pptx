
<file path=[Content_Types].xml><?xml version="1.0" encoding="utf-8"?>
<Types xmlns="http://schemas.openxmlformats.org/package/2006/content-types">
  <Default Extension="fntdata" ContentType="application/x-fontdata"/>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embedTrueTypeFonts="1" autoCompressPictures="0">
  <p:sldMasterIdLst>
    <p:sldMasterId id="2147483932" r:id="rId1"/>
  </p:sldMasterIdLst>
  <p:notesMasterIdLst>
    <p:notesMasterId r:id="rId18"/>
  </p:notesMasterIdLst>
  <p:handoutMasterIdLst>
    <p:handoutMasterId r:id="rId19"/>
  </p:handoutMasterIdLst>
  <p:sldIdLst>
    <p:sldId id="491" r:id="rId2"/>
    <p:sldId id="257" r:id="rId3"/>
    <p:sldId id="525" r:id="rId4"/>
    <p:sldId id="526" r:id="rId5"/>
    <p:sldId id="540" r:id="rId6"/>
    <p:sldId id="546" r:id="rId7"/>
    <p:sldId id="549" r:id="rId8"/>
    <p:sldId id="550" r:id="rId9"/>
    <p:sldId id="548" r:id="rId10"/>
    <p:sldId id="552" r:id="rId11"/>
    <p:sldId id="551" r:id="rId12"/>
    <p:sldId id="541" r:id="rId13"/>
    <p:sldId id="542" r:id="rId14"/>
    <p:sldId id="504" r:id="rId15"/>
    <p:sldId id="547" r:id="rId16"/>
    <p:sldId id="514" r:id="rId17"/>
  </p:sldIdLst>
  <p:sldSz cx="9144000" cy="5143500" type="screen16x9"/>
  <p:notesSz cx="6858000" cy="9296400"/>
  <p:embeddedFontLst>
    <p:embeddedFont>
      <p:font typeface="Garamond" panose="02020404030301010803" pitchFamily="18" charset="0"/>
      <p:regular r:id="rId20"/>
      <p:bold r:id="rId21"/>
      <p:italic r:id="rId2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43">
          <p15:clr>
            <a:srgbClr val="A4A3A4"/>
          </p15:clr>
        </p15:guide>
        <p15:guide id="2" orient="horz" pos="325">
          <p15:clr>
            <a:srgbClr val="A4A3A4"/>
          </p15:clr>
        </p15:guide>
        <p15:guide id="3" orient="horz" pos="2917">
          <p15:clr>
            <a:srgbClr val="A4A3A4"/>
          </p15:clr>
        </p15:guide>
        <p15:guide id="4" orient="horz" pos="399">
          <p15:clr>
            <a:srgbClr val="A4A3A4"/>
          </p15:clr>
        </p15:guide>
        <p15:guide id="5" pos="576">
          <p15:clr>
            <a:srgbClr val="A4A3A4"/>
          </p15:clr>
        </p15:guide>
        <p15:guide id="6" pos="5184">
          <p15:clr>
            <a:srgbClr val="A4A3A4"/>
          </p15:clr>
        </p15:guide>
        <p15:guide id="7" pos="2880">
          <p15:clr>
            <a:srgbClr val="A4A3A4"/>
          </p15:clr>
        </p15:guide>
        <p15:guide id="8" pos="5108">
          <p15:clr>
            <a:srgbClr val="A4A3A4"/>
          </p15:clr>
        </p15:guide>
        <p15:guide id="9" pos="653">
          <p15:clr>
            <a:srgbClr val="A4A3A4"/>
          </p15:clr>
        </p15:guide>
      </p15:sldGuideLst>
    </p:ext>
    <p:ext uri="{2D200454-40CA-4A62-9FC3-DE9A4176ACB9}">
      <p15:notesGuideLst xmlns:p15="http://schemas.microsoft.com/office/powerpoint/2012/main">
        <p15:guide id="1" orient="horz" pos="2592">
          <p15:clr>
            <a:srgbClr val="A4A3A4"/>
          </p15:clr>
        </p15:guide>
        <p15:guide id="2" orient="horz" pos="5542">
          <p15:clr>
            <a:srgbClr val="A4A3A4"/>
          </p15:clr>
        </p15:guide>
        <p15:guide id="3" orient="horz" pos="5777">
          <p15:clr>
            <a:srgbClr val="A4A3A4"/>
          </p15:clr>
        </p15:guide>
        <p15:guide id="4" pos="286">
          <p15:clr>
            <a:srgbClr val="A4A3A4"/>
          </p15:clr>
        </p15:guide>
        <p15:guide id="5" pos="4033">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959596"/>
    <a:srgbClr val="3A195B"/>
    <a:srgbClr val="005094"/>
    <a:srgbClr val="004170"/>
    <a:srgbClr val="F0F1F1"/>
    <a:srgbClr val="004670"/>
    <a:srgbClr val="00468C"/>
    <a:srgbClr val="004D8E"/>
    <a:srgbClr val="145094"/>
    <a:srgbClr val="0051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953" autoAdjust="0"/>
    <p:restoredTop sz="89011" autoAdjust="0"/>
  </p:normalViewPr>
  <p:slideViewPr>
    <p:cSldViewPr snapToGrid="0" showGuides="1">
      <p:cViewPr varScale="1">
        <p:scale>
          <a:sx n="64" d="100"/>
          <a:sy n="64" d="100"/>
        </p:scale>
        <p:origin x="1248" y="272"/>
      </p:cViewPr>
      <p:guideLst>
        <p:guide orient="horz" pos="2843"/>
        <p:guide orient="horz" pos="325"/>
        <p:guide orient="horz" pos="2917"/>
        <p:guide orient="horz" pos="399"/>
        <p:guide pos="576"/>
        <p:guide pos="5184"/>
        <p:guide pos="2880"/>
        <p:guide pos="5108"/>
        <p:guide pos="653"/>
      </p:guideLst>
    </p:cSldViewPr>
  </p:slideViewPr>
  <p:notesTextViewPr>
    <p:cViewPr>
      <p:scale>
        <a:sx n="75" d="100"/>
        <a:sy n="75" d="100"/>
      </p:scale>
      <p:origin x="0" y="0"/>
    </p:cViewPr>
  </p:notesTextViewPr>
  <p:sorterViewPr>
    <p:cViewPr>
      <p:scale>
        <a:sx n="71" d="100"/>
        <a:sy n="71" d="100"/>
      </p:scale>
      <p:origin x="0" y="0"/>
    </p:cViewPr>
  </p:sorterViewPr>
  <p:notesViewPr>
    <p:cSldViewPr snapToGrid="0">
      <p:cViewPr varScale="1">
        <p:scale>
          <a:sx n="86" d="100"/>
          <a:sy n="86" d="100"/>
        </p:scale>
        <p:origin x="-3894" y="-96"/>
      </p:cViewPr>
      <p:guideLst>
        <p:guide orient="horz" pos="2592"/>
        <p:guide orient="horz" pos="5542"/>
        <p:guide orient="horz" pos="5777"/>
        <p:guide pos="286"/>
        <p:guide pos="4033"/>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2832942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412750" y="400050"/>
            <a:ext cx="6197600" cy="3486150"/>
          </a:xfrm>
          <a:prstGeom prst="rect">
            <a:avLst/>
          </a:prstGeom>
          <a:noFill/>
          <a:ln w="12700">
            <a:solidFill>
              <a:prstClr val="black"/>
            </a:solidFill>
          </a:ln>
        </p:spPr>
        <p:txBody>
          <a:bodyPr vert="horz" lIns="93177" tIns="46589" rIns="93177" bIns="46589" rtlCol="0" anchor="ctr"/>
          <a:lstStyle/>
          <a:p>
            <a:endParaRPr lang="en-US"/>
          </a:p>
        </p:txBody>
      </p:sp>
      <p:sp>
        <p:nvSpPr>
          <p:cNvPr id="3" name="Notes Placeholder 2"/>
          <p:cNvSpPr>
            <a:spLocks noGrp="1"/>
          </p:cNvSpPr>
          <p:nvPr>
            <p:ph type="body" sz="quarter" idx="3"/>
          </p:nvPr>
        </p:nvSpPr>
        <p:spPr>
          <a:xfrm>
            <a:off x="685800" y="4416425"/>
            <a:ext cx="548640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50748310"/>
      </p:ext>
    </p:extLst>
  </p:cSld>
  <p:clrMap bg1="lt1" tx1="dk1" bg2="lt2" tx2="dk2" accent1="accent1" accent2="accent2" accent3="accent3" accent4="accent4" accent5="accent5" accent6="accent6" hlink="hlink" folHlink="folHlink"/>
  <p:hf hdr="0" ftr="0" dt="0"/>
  <p:notesStyle>
    <a:lvl1pPr marL="114300" indent="-114300" algn="l" defTabSz="914400" rtl="0" eaLnBrk="1" latinLnBrk="0" hangingPunct="1">
      <a:spcBef>
        <a:spcPts val="800"/>
      </a:spcBef>
      <a:buFont typeface="Arial" pitchFamily="34" charset="0"/>
      <a:buChar char="•"/>
      <a:defRPr sz="1200" kern="1200">
        <a:solidFill>
          <a:schemeClr val="tx1"/>
        </a:solidFill>
        <a:latin typeface="Arial" pitchFamily="34" charset="0"/>
        <a:ea typeface="+mn-ea"/>
        <a:cs typeface="Arial" pitchFamily="34" charset="0"/>
      </a:defRPr>
    </a:lvl1pPr>
    <a:lvl2pPr marL="285750" indent="-112713" algn="l" defTabSz="914400" rtl="0" eaLnBrk="1" latinLnBrk="0" hangingPunct="1">
      <a:spcBef>
        <a:spcPts val="200"/>
      </a:spcBef>
      <a:buFont typeface="Arial" pitchFamily="34" charset="0"/>
      <a:buChar char="•"/>
      <a:defRPr sz="1100" kern="1200">
        <a:solidFill>
          <a:schemeClr val="tx1"/>
        </a:solidFill>
        <a:latin typeface="Arial" pitchFamily="34" charset="0"/>
        <a:ea typeface="+mn-ea"/>
        <a:cs typeface="Arial" pitchFamily="34" charset="0"/>
      </a:defRPr>
    </a:lvl2pPr>
    <a:lvl3pPr marL="403225" indent="-117475" algn="l" defTabSz="914400" rtl="0" eaLnBrk="1" latinLnBrk="0" hangingPunct="1">
      <a:spcBef>
        <a:spcPts val="200"/>
      </a:spcBef>
      <a:buFont typeface="Arial" pitchFamily="34" charset="0"/>
      <a:buChar char="•"/>
      <a:defRPr sz="1050" kern="1200">
        <a:solidFill>
          <a:schemeClr val="tx1"/>
        </a:solidFill>
        <a:latin typeface="Arial" pitchFamily="34" charset="0"/>
        <a:ea typeface="+mn-ea"/>
        <a:cs typeface="Arial" pitchFamily="34" charset="0"/>
      </a:defRPr>
    </a:lvl3pPr>
    <a:lvl4pPr marL="569913" indent="-112713" algn="l" defTabSz="914400" rtl="0" eaLnBrk="1" latinLnBrk="0" hangingPunct="1">
      <a:spcBef>
        <a:spcPts val="200"/>
      </a:spcBef>
      <a:buFont typeface="Arial" pitchFamily="34" charset="0"/>
      <a:buChar char="•"/>
      <a:defRPr sz="1050" kern="1200">
        <a:solidFill>
          <a:schemeClr val="tx1"/>
        </a:solidFill>
        <a:latin typeface="Arial" pitchFamily="34" charset="0"/>
        <a:ea typeface="+mn-ea"/>
        <a:cs typeface="Arial" pitchFamily="34" charset="0"/>
      </a:defRPr>
    </a:lvl4pPr>
    <a:lvl5pPr marL="457200" indent="114300" algn="l" defTabSz="914400" rtl="0" eaLnBrk="1" latinLnBrk="0" hangingPunct="1">
      <a:buFont typeface="Arial" pitchFamily="34" charset="0"/>
      <a:buChar char="•"/>
      <a:defRPr sz="1050" kern="1200">
        <a:solidFill>
          <a:schemeClr val="tx1"/>
        </a:solidFill>
        <a:latin typeface="+mn-lt"/>
        <a:ea typeface="+mn-ea"/>
        <a:cs typeface="Arial" pitchFamily="34"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12750" y="400050"/>
            <a:ext cx="6197600" cy="3486150"/>
          </a:xfrm>
        </p:spPr>
        <p:txBody>
          <a:bodyPr/>
          <a:lstStyle/>
          <a:p>
            <a:endParaRPr lang="en-IN"/>
          </a:p>
        </p:txBody>
      </p:sp>
      <p:sp>
        <p:nvSpPr>
          <p:cNvPr id="3" name="Notes Placeholder 2"/>
          <p:cNvSpPr>
            <a:spLocks noGrp="1"/>
          </p:cNvSpPr>
          <p:nvPr>
            <p:ph type="body" idx="1"/>
          </p:nvPr>
        </p:nvSpPr>
        <p:spPr/>
        <p:txBody>
          <a:bodyPr/>
          <a:lstStyle/>
          <a:p>
            <a:pPr marL="0" indent="0">
              <a:buFontTx/>
              <a:buNone/>
            </a:pPr>
            <a:endParaRPr lang="en-US" dirty="0"/>
          </a:p>
        </p:txBody>
      </p:sp>
    </p:spTree>
    <p:extLst>
      <p:ext uri="{BB962C8B-B14F-4D97-AF65-F5344CB8AC3E}">
        <p14:creationId xmlns:p14="http://schemas.microsoft.com/office/powerpoint/2010/main" val="19403097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7499938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30739280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6409666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8877930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37EFA-C58C-B72B-CD77-DB21C0C7FA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438206-0941-954B-4152-F09D811820EA}"/>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8D957EC-E67B-7FDD-DBD9-701516EF3A20}"/>
              </a:ext>
            </a:extLst>
          </p:cNvPr>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23141484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C67E79-97A8-B6A9-0EFF-7AB3AD357A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BAFCF2-09E8-71F9-814B-9541CECF8F8A}"/>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3D112DC6-D9FD-93C8-0DE7-09C0F8F9F81D}"/>
              </a:ext>
            </a:extLst>
          </p:cNvPr>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306937941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B59464-1218-DD2D-F077-875A93D740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C3F415-B606-BA2F-5DD2-9ED71987C584}"/>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B6D52F59-584E-63FD-1B53-0A76500D639E}"/>
              </a:ext>
            </a:extLst>
          </p:cNvPr>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28207497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BF334-4629-09C0-0C92-1DF28D1F58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69A1FC-37DA-CE60-07F6-0195C4E5B82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A676FB94-EAFD-43E1-EC6A-8BA2B0E9BE1E}"/>
              </a:ext>
            </a:extLst>
          </p:cNvPr>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25303140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35B6A9-DDB9-CE0F-BE0F-B302DFA722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C2256B-5BDD-57A8-790A-1E08EDCF322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E3788390-9122-0804-CCF0-9920FA0BA2B9}"/>
              </a:ext>
            </a:extLst>
          </p:cNvPr>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2500599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90BA2-5A86-6655-BEFF-57CA621BB2F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94CEF2-570F-6DC7-4D96-DFB13F3E0E2B}"/>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3920AA58-8BF2-B266-D343-A5EC79DB7EB3}"/>
              </a:ext>
            </a:extLst>
          </p:cNvPr>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43769853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17848457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11714707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37813081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IN" dirty="0"/>
          </a:p>
        </p:txBody>
      </p:sp>
    </p:spTree>
    <p:extLst>
      <p:ext uri="{BB962C8B-B14F-4D97-AF65-F5344CB8AC3E}">
        <p14:creationId xmlns:p14="http://schemas.microsoft.com/office/powerpoint/2010/main" val="184773170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6" name="Rectangle 5"/>
          <p:cNvSpPr/>
          <p:nvPr userDrawn="1"/>
        </p:nvSpPr>
        <p:spPr bwMode="auto">
          <a:xfrm>
            <a:off x="0" y="0"/>
            <a:ext cx="9143999" cy="5143500"/>
          </a:xfrm>
          <a:prstGeom prst="rect">
            <a:avLst/>
          </a:prstGeom>
          <a:solidFill>
            <a:srgbClr val="005094"/>
          </a:solidFill>
          <a:ln w="19050" algn="ctr">
            <a:noFill/>
            <a:miter lim="800000"/>
            <a:headEnd/>
            <a:tailEnd/>
          </a:ln>
        </p:spPr>
        <p:txBody>
          <a:bodyPr wrap="none" rtlCol="0" anchor="ctr"/>
          <a:lstStyle/>
          <a:p>
            <a:pPr algn="ctr">
              <a:lnSpc>
                <a:spcPct val="90000"/>
              </a:lnSpc>
            </a:pPr>
            <a:endParaRPr lang="en-US" sz="1600" b="1" dirty="0" err="1">
              <a:solidFill>
                <a:schemeClr val="bg1"/>
              </a:solidFill>
              <a:latin typeface="+mj-lt"/>
            </a:endParaRPr>
          </a:p>
        </p:txBody>
      </p:sp>
      <p:sp>
        <p:nvSpPr>
          <p:cNvPr id="35" name="Title 34"/>
          <p:cNvSpPr>
            <a:spLocks noGrp="1"/>
          </p:cNvSpPr>
          <p:nvPr>
            <p:ph type="title" hasCustomPrompt="1"/>
          </p:nvPr>
        </p:nvSpPr>
        <p:spPr>
          <a:xfrm>
            <a:off x="1039439" y="2180420"/>
            <a:ext cx="7069512" cy="517065"/>
          </a:xfrm>
        </p:spPr>
        <p:txBody>
          <a:bodyPr vert="horz" wrap="square" lIns="0" tIns="0" rIns="0" bIns="45720" rtlCol="0" anchor="b">
            <a:spAutoFit/>
          </a:bodyPr>
          <a:lstStyle>
            <a:lvl1pPr marL="0" marR="0" indent="0" algn="l" defTabSz="914400" rtl="0" eaLnBrk="1" fontAlgn="auto" latinLnBrk="0" hangingPunct="1">
              <a:lnSpc>
                <a:spcPct val="90000"/>
              </a:lnSpc>
              <a:spcBef>
                <a:spcPct val="0"/>
              </a:spcBef>
              <a:spcAft>
                <a:spcPts val="0"/>
              </a:spcAft>
              <a:buClrTx/>
              <a:buSzTx/>
              <a:buFontTx/>
              <a:buNone/>
              <a:tabLst/>
              <a:defRPr kumimoji="0" lang="en-US" sz="3400" b="0" i="0" u="none" strike="noStrike" kern="1200" cap="none" spc="0" normalizeH="0" baseline="0" noProof="0">
                <a:ln>
                  <a:noFill/>
                </a:ln>
                <a:solidFill>
                  <a:schemeClr val="bg1"/>
                </a:solidFill>
                <a:effectLst/>
                <a:uLnTx/>
                <a:uFillTx/>
                <a:latin typeface="+mj-lt"/>
                <a:ea typeface="Roboto" panose="02000000000000000000" pitchFamily="2" charset="0"/>
                <a:cs typeface="Roboto" panose="02000000000000000000" pitchFamily="2" charset="0"/>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lang="en-US" dirty="0"/>
              <a:t>Presentation Title Here</a:t>
            </a:r>
          </a:p>
        </p:txBody>
      </p:sp>
      <p:sp>
        <p:nvSpPr>
          <p:cNvPr id="38" name="Text Placeholder 2"/>
          <p:cNvSpPr>
            <a:spLocks noGrp="1"/>
          </p:cNvSpPr>
          <p:nvPr>
            <p:ph type="body" idx="1" hasCustomPrompt="1"/>
          </p:nvPr>
        </p:nvSpPr>
        <p:spPr>
          <a:xfrm>
            <a:off x="1039438" y="2685678"/>
            <a:ext cx="7069512" cy="380873"/>
          </a:xfrm>
        </p:spPr>
        <p:txBody>
          <a:bodyPr anchor="t" anchorCtr="0">
            <a:noAutofit/>
          </a:bodyPr>
          <a:lstStyle>
            <a:lvl1pPr marL="0" indent="0" algn="l" defTabSz="914400" rtl="0" eaLnBrk="1" latinLnBrk="0" hangingPunct="1">
              <a:lnSpc>
                <a:spcPct val="90000"/>
              </a:lnSpc>
              <a:spcBef>
                <a:spcPts val="600"/>
              </a:spcBef>
              <a:buFont typeface="Arial" pitchFamily="34" charset="0"/>
              <a:buNone/>
              <a:defRPr sz="2600" i="0" spc="0" baseline="0">
                <a:solidFill>
                  <a:schemeClr val="bg1"/>
                </a:solidFill>
                <a:latin typeface="+mj-lt"/>
                <a:ea typeface="Roboto" panose="02000000000000000000" pitchFamily="2" charset="0"/>
                <a:cs typeface="Roboto" panose="02000000000000000000" pitchFamily="2" charset="0"/>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marL="0" lvl="0" indent="0" algn="l" defTabSz="914400" rtl="0" eaLnBrk="1" latinLnBrk="0" hangingPunct="1">
              <a:lnSpc>
                <a:spcPct val="75000"/>
              </a:lnSpc>
              <a:spcBef>
                <a:spcPts val="1400"/>
              </a:spcBef>
              <a:buFont typeface="Arial" pitchFamily="34" charset="0"/>
              <a:buNone/>
            </a:pPr>
            <a:r>
              <a:rPr lang="en-US" dirty="0"/>
              <a:t>Subtitle Title Here</a:t>
            </a:r>
          </a:p>
        </p:txBody>
      </p:sp>
      <p:sp>
        <p:nvSpPr>
          <p:cNvPr id="3" name="Text Placeholder 2"/>
          <p:cNvSpPr>
            <a:spLocks noGrp="1"/>
          </p:cNvSpPr>
          <p:nvPr>
            <p:ph type="body" sz="quarter" idx="10" hasCustomPrompt="1"/>
          </p:nvPr>
        </p:nvSpPr>
        <p:spPr>
          <a:xfrm>
            <a:off x="1036637" y="3311968"/>
            <a:ext cx="7072313" cy="872001"/>
          </a:xfrm>
        </p:spPr>
        <p:txBody>
          <a:bodyPr vert="horz" wrap="square" lIns="0" tIns="0" rIns="0" bIns="45720" rtlCol="0" anchor="t" anchorCtr="0"/>
          <a:lstStyle>
            <a:lvl1pPr marL="0" indent="0">
              <a:lnSpc>
                <a:spcPct val="100000"/>
              </a:lnSpc>
              <a:spcBef>
                <a:spcPts val="0"/>
              </a:spcBef>
              <a:buFontTx/>
              <a:buNone/>
              <a:defRPr lang="en-US" sz="1800" i="0" baseline="0" dirty="0" smtClean="0">
                <a:solidFill>
                  <a:schemeClr val="bg1"/>
                </a:solidFill>
                <a:latin typeface="+mn-lt"/>
                <a:ea typeface="Roboto" panose="02000000000000000000" pitchFamily="2" charset="0"/>
                <a:cs typeface="Roboto" panose="02000000000000000000" pitchFamily="2" charset="0"/>
              </a:defRPr>
            </a:lvl1pPr>
            <a:lvl2pPr>
              <a:defRPr lang="en-US" sz="1800" dirty="0" smtClean="0">
                <a:latin typeface="+mn-lt"/>
              </a:defRPr>
            </a:lvl2pPr>
            <a:lvl3pPr>
              <a:defRPr lang="en-US" sz="1800" dirty="0" smtClean="0">
                <a:latin typeface="+mn-lt"/>
              </a:defRPr>
            </a:lvl3pPr>
            <a:lvl4pPr>
              <a:defRPr lang="en-US" sz="1800" dirty="0" smtClean="0">
                <a:latin typeface="+mn-lt"/>
              </a:defRPr>
            </a:lvl4pPr>
            <a:lvl5pPr>
              <a:defRPr lang="en-US" sz="1800" dirty="0">
                <a:latin typeface="+mn-lt"/>
              </a:defRPr>
            </a:lvl5pPr>
          </a:lstStyle>
          <a:p>
            <a:pPr marL="0" lvl="0"/>
            <a:r>
              <a:rPr lang="en-US" dirty="0"/>
              <a:t>Presenter’s Name</a:t>
            </a:r>
          </a:p>
          <a:p>
            <a:pPr marL="0" lvl="0"/>
            <a:r>
              <a:rPr lang="en-US" dirty="0"/>
              <a:t>Department Name</a:t>
            </a:r>
          </a:p>
          <a:p>
            <a:pPr marL="0" lvl="0"/>
            <a:r>
              <a:rPr lang="en-US" dirty="0"/>
              <a:t>Presentation Date</a:t>
            </a:r>
          </a:p>
        </p:txBody>
      </p:sp>
      <p:pic>
        <p:nvPicPr>
          <p:cNvPr id="4" name="Picture 3" descr="A black and white sign with white text&#10;&#10;Description automatically generated">
            <a:extLst>
              <a:ext uri="{FF2B5EF4-FFF2-40B4-BE49-F238E27FC236}">
                <a16:creationId xmlns:a16="http://schemas.microsoft.com/office/drawing/2014/main" id="{22ECB0BC-81E2-7657-ED1B-DEB6D4FDB02C}"/>
              </a:ext>
            </a:extLst>
          </p:cNvPr>
          <p:cNvPicPr>
            <a:picLocks noChangeAspect="1"/>
          </p:cNvPicPr>
          <p:nvPr userDrawn="1"/>
        </p:nvPicPr>
        <p:blipFill>
          <a:blip r:embed="rId2"/>
          <a:stretch>
            <a:fillRect/>
          </a:stretch>
        </p:blipFill>
        <p:spPr>
          <a:xfrm>
            <a:off x="820477" y="355946"/>
            <a:ext cx="3535363" cy="814976"/>
          </a:xfrm>
          <a:prstGeom prst="rect">
            <a:avLst/>
          </a:prstGeom>
        </p:spPr>
      </p:pic>
      <p:sp>
        <p:nvSpPr>
          <p:cNvPr id="8" name="Rectangle 7">
            <a:extLst>
              <a:ext uri="{FF2B5EF4-FFF2-40B4-BE49-F238E27FC236}">
                <a16:creationId xmlns:a16="http://schemas.microsoft.com/office/drawing/2014/main" id="{78D56BE9-ED9B-1FEE-F84B-DA5E5E0CB593}"/>
              </a:ext>
            </a:extLst>
          </p:cNvPr>
          <p:cNvSpPr>
            <a:spLocks noChangeAspect="1"/>
          </p:cNvSpPr>
          <p:nvPr userDrawn="1"/>
        </p:nvSpPr>
        <p:spPr bwMode="auto">
          <a:xfrm>
            <a:off x="4569620" y="-63500"/>
            <a:ext cx="4725076" cy="5256000"/>
          </a:xfrm>
          <a:prstGeom prst="rect">
            <a:avLst/>
          </a:prstGeom>
          <a:blipFill dpi="0" rotWithShape="1">
            <a:blip r:embed="rId3">
              <a:alphaModFix amt="17000"/>
            </a:blip>
            <a:srcRect/>
            <a:stretch>
              <a:fillRect/>
            </a:stretch>
          </a:blipFill>
          <a:ln w="19050" algn="ctr">
            <a:noFill/>
            <a:miter lim="800000"/>
            <a:headEnd/>
            <a:tailEnd/>
          </a:ln>
        </p:spPr>
        <p:txBody>
          <a:bodyPr wrap="none" rtlCol="0" anchor="ctr"/>
          <a:lstStyle/>
          <a:p>
            <a:pPr algn="ctr">
              <a:lnSpc>
                <a:spcPct val="90000"/>
              </a:lnSpc>
            </a:pPr>
            <a:endParaRPr lang="en-IN" sz="1600" b="1" dirty="0" err="1">
              <a:solidFill>
                <a:schemeClr val="bg1"/>
              </a:solidFill>
              <a:latin typeface="+mj-lt"/>
            </a:endParaRPr>
          </a:p>
        </p:txBody>
      </p:sp>
      <p:sp>
        <p:nvSpPr>
          <p:cNvPr id="9" name="Slide Number Placeholder 10">
            <a:extLst>
              <a:ext uri="{FF2B5EF4-FFF2-40B4-BE49-F238E27FC236}">
                <a16:creationId xmlns:a16="http://schemas.microsoft.com/office/drawing/2014/main" id="{F92A8D1A-8087-B713-B792-1196676E81CB}"/>
              </a:ext>
            </a:extLst>
          </p:cNvPr>
          <p:cNvSpPr>
            <a:spLocks noGrp="1"/>
          </p:cNvSpPr>
          <p:nvPr>
            <p:ph type="sldNum" sz="quarter" idx="4"/>
          </p:nvPr>
        </p:nvSpPr>
        <p:spPr>
          <a:xfrm>
            <a:off x="8466073" y="4861680"/>
            <a:ext cx="514350" cy="326056"/>
          </a:xfrm>
          <a:prstGeom prst="rect">
            <a:avLst/>
          </a:prstGeom>
        </p:spPr>
        <p:txBody>
          <a:bodyPr vert="horz" lIns="91440" tIns="45720" rIns="91440" bIns="45720" rtlCol="0" anchor="ctr"/>
          <a:lstStyle>
            <a:lvl1pPr algn="r">
              <a:defRPr sz="1200">
                <a:solidFill>
                  <a:schemeClr val="bg1"/>
                </a:solidFill>
              </a:defRPr>
            </a:lvl1pPr>
          </a:lstStyle>
          <a:p>
            <a:fld id="{4B327F5A-7D8F-4012-9A1A-2197D74A174F}" type="slidenum">
              <a:rPr lang="en-IN" smtClean="0"/>
              <a:pPr/>
              <a:t>‹#›</a:t>
            </a:fld>
            <a:endParaRPr lang="en-IN" dirty="0"/>
          </a:p>
        </p:txBody>
      </p:sp>
    </p:spTree>
    <p:extLst>
      <p:ext uri="{BB962C8B-B14F-4D97-AF65-F5344CB8AC3E}">
        <p14:creationId xmlns:p14="http://schemas.microsoft.com/office/powerpoint/2010/main" val="2150103274"/>
      </p:ext>
    </p:extLst>
  </p:cSld>
  <p:clrMapOvr>
    <a:masterClrMapping/>
  </p:clrMapOvr>
  <p:transition>
    <p:fade/>
  </p:transition>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Head Only Slide">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2E61E00C-A024-71C3-971F-1AFA495F9903}"/>
              </a:ext>
            </a:extLst>
          </p:cNvPr>
          <p:cNvSpPr>
            <a:spLocks noGrp="1"/>
          </p:cNvSpPr>
          <p:nvPr>
            <p:ph type="title"/>
          </p:nvPr>
        </p:nvSpPr>
        <p:spPr>
          <a:xfrm>
            <a:off x="442762" y="148739"/>
            <a:ext cx="8349916" cy="507831"/>
          </a:xfrm>
        </p:spPr>
        <p:txBody>
          <a:bodyPr anchor="ctr"/>
          <a:lstStyle>
            <a:lvl1pPr algn="l">
              <a:lnSpc>
                <a:spcPct val="100000"/>
              </a:lnSpc>
              <a:defRPr>
                <a:solidFill>
                  <a:srgbClr val="005094"/>
                </a:solidFill>
              </a:defRPr>
            </a:lvl1pPr>
          </a:lstStyle>
          <a:p>
            <a:r>
              <a:rPr lang="en-US" dirty="0"/>
              <a:t>Click to edit Master title style</a:t>
            </a:r>
          </a:p>
        </p:txBody>
      </p:sp>
      <p:sp>
        <p:nvSpPr>
          <p:cNvPr id="4" name="Content Placeholder 2">
            <a:extLst>
              <a:ext uri="{FF2B5EF4-FFF2-40B4-BE49-F238E27FC236}">
                <a16:creationId xmlns:a16="http://schemas.microsoft.com/office/drawing/2014/main" id="{94699680-FAA4-1DB9-3017-2EB126F0B7B8}"/>
              </a:ext>
            </a:extLst>
          </p:cNvPr>
          <p:cNvSpPr>
            <a:spLocks noGrp="1"/>
          </p:cNvSpPr>
          <p:nvPr>
            <p:ph idx="1" hasCustomPrompt="1"/>
          </p:nvPr>
        </p:nvSpPr>
        <p:spPr>
          <a:xfrm>
            <a:off x="442762" y="1197430"/>
            <a:ext cx="8349916" cy="3413072"/>
          </a:xfrm>
        </p:spPr>
        <p:txBody>
          <a:bodyPr/>
          <a:lstStyle>
            <a:lvl1pPr marL="168275" indent="-168275">
              <a:buClr>
                <a:srgbClr val="005094"/>
              </a:buClr>
              <a:buFont typeface="Wingdings" panose="05000000000000000000" pitchFamily="2" charset="2"/>
              <a:buChar char="§"/>
              <a:defRPr lang="en-US" sz="2100" b="0" kern="1200" dirty="0">
                <a:solidFill>
                  <a:srgbClr val="525252"/>
                </a:solidFill>
                <a:latin typeface="+mn-lt"/>
                <a:ea typeface="Roboto" panose="02000000000000000000" pitchFamily="2" charset="0"/>
                <a:cs typeface="Roboto" panose="02000000000000000000" pitchFamily="2" charset="0"/>
              </a:defRPr>
            </a:lvl1pPr>
            <a:lvl2pPr marL="457200" indent="-227013">
              <a:buClr>
                <a:srgbClr val="005094"/>
              </a:buClr>
              <a:buFont typeface="Arial" panose="020B0604020202020204" pitchFamily="34" charset="0"/>
              <a:buChar char="•"/>
              <a:defRPr sz="2100"/>
            </a:lvl2pPr>
            <a:lvl3pPr marL="742950" indent="-227013">
              <a:buClr>
                <a:srgbClr val="005094"/>
              </a:buClr>
              <a:buFont typeface="Arial" panose="020B0604020202020204" pitchFamily="34" charset="0"/>
              <a:buChar char="•"/>
              <a:defRPr sz="2100"/>
            </a:lvl3pPr>
            <a:lvl4pPr marL="1028700" indent="-228600">
              <a:buClr>
                <a:srgbClr val="005094"/>
              </a:buClr>
              <a:buFont typeface="Arial" panose="020B0604020202020204" pitchFamily="34" charset="0"/>
              <a:buChar char="•"/>
              <a:defRPr sz="2100"/>
            </a:lvl4pPr>
            <a:lvl5pPr marL="1312863" indent="-227013">
              <a:buClr>
                <a:srgbClr val="005094"/>
              </a:buClr>
              <a:buFont typeface="Arial" panose="020B0604020202020204" pitchFamily="34" charset="0"/>
              <a:buChar char="•"/>
              <a:defRPr sz="2100"/>
            </a:lvl5pPr>
          </a:lstStyle>
          <a:p>
            <a:pPr lvl="0"/>
            <a:r>
              <a:rPr lang="en-US" dirty="0"/>
              <a:t>Click to edit Master text styles Arial 21 pt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ext Placeholder 5">
            <a:extLst>
              <a:ext uri="{FF2B5EF4-FFF2-40B4-BE49-F238E27FC236}">
                <a16:creationId xmlns:a16="http://schemas.microsoft.com/office/drawing/2014/main" id="{F5B61543-7882-6964-E3B2-96834DF582BF}"/>
              </a:ext>
            </a:extLst>
          </p:cNvPr>
          <p:cNvSpPr>
            <a:spLocks noGrp="1"/>
          </p:cNvSpPr>
          <p:nvPr>
            <p:ph type="body" sz="quarter" idx="12" hasCustomPrompt="1"/>
          </p:nvPr>
        </p:nvSpPr>
        <p:spPr>
          <a:xfrm>
            <a:off x="442762" y="691628"/>
            <a:ext cx="8349916" cy="391296"/>
          </a:xfrm>
        </p:spPr>
        <p:txBody>
          <a:bodyPr/>
          <a:lstStyle>
            <a:lvl1pPr marL="0" indent="0">
              <a:buNone/>
              <a:defRPr sz="2400" b="0" baseline="0">
                <a:latin typeface="+mj-lt"/>
              </a:defRPr>
            </a:lvl1pPr>
          </a:lstStyle>
          <a:p>
            <a:pPr marL="0" marR="0" lvl="0" indent="0" algn="l" defTabSz="914400" rtl="0" eaLnBrk="1" fontAlgn="auto" latinLnBrk="0" hangingPunct="1">
              <a:lnSpc>
                <a:spcPct val="100000"/>
              </a:lnSpc>
              <a:spcBef>
                <a:spcPts val="1000"/>
              </a:spcBef>
              <a:spcAft>
                <a:spcPts val="0"/>
              </a:spcAft>
              <a:buClr>
                <a:srgbClr val="005094"/>
              </a:buClr>
              <a:buSzTx/>
              <a:buFont typeface="Wingdings" panose="05000000000000000000" pitchFamily="2" charset="2"/>
              <a:buNone/>
              <a:tabLst/>
              <a:defRPr/>
            </a:pPr>
            <a:r>
              <a:rPr lang="en-US" dirty="0"/>
              <a:t>Subhead Arial 24 pt</a:t>
            </a:r>
          </a:p>
        </p:txBody>
      </p:sp>
      <p:sp>
        <p:nvSpPr>
          <p:cNvPr id="8" name="Slide Number Placeholder 7">
            <a:extLst>
              <a:ext uri="{FF2B5EF4-FFF2-40B4-BE49-F238E27FC236}">
                <a16:creationId xmlns:a16="http://schemas.microsoft.com/office/drawing/2014/main" id="{16B1CD1D-46EF-C274-B1E4-D70331800E05}"/>
              </a:ext>
            </a:extLst>
          </p:cNvPr>
          <p:cNvSpPr>
            <a:spLocks noGrp="1"/>
          </p:cNvSpPr>
          <p:nvPr>
            <p:ph type="sldNum" sz="quarter" idx="13"/>
          </p:nvPr>
        </p:nvSpPr>
        <p:spPr>
          <a:xfrm>
            <a:off x="8535503" y="4859463"/>
            <a:ext cx="514350" cy="326056"/>
          </a:xfrm>
        </p:spPr>
        <p:txBody>
          <a:bodyPr/>
          <a:lstStyle/>
          <a:p>
            <a:fld id="{4B327F5A-7D8F-4012-9A1A-2197D74A174F}" type="slidenum">
              <a:rPr lang="en-IN" smtClean="0"/>
              <a:pPr/>
              <a:t>‹#›</a:t>
            </a:fld>
            <a:endParaRPr lang="en-IN" dirty="0"/>
          </a:p>
        </p:txBody>
      </p:sp>
    </p:spTree>
    <p:extLst>
      <p:ext uri="{BB962C8B-B14F-4D97-AF65-F5344CB8AC3E}">
        <p14:creationId xmlns:p14="http://schemas.microsoft.com/office/powerpoint/2010/main" val="1035639435"/>
      </p:ext>
    </p:extLst>
  </p:cSld>
  <p:clrMapOvr>
    <a:masterClrMapping/>
  </p:clrMapOvr>
  <p:transition>
    <p:fade/>
  </p:transition>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5_Head Only Slide">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9CF311B5-18DE-CC24-B154-2E2E9BBCBDF4}"/>
              </a:ext>
            </a:extLst>
          </p:cNvPr>
          <p:cNvSpPr>
            <a:spLocks noGrp="1"/>
          </p:cNvSpPr>
          <p:nvPr>
            <p:ph type="title"/>
          </p:nvPr>
        </p:nvSpPr>
        <p:spPr>
          <a:xfrm>
            <a:off x="442762" y="148739"/>
            <a:ext cx="8349916" cy="507831"/>
          </a:xfrm>
        </p:spPr>
        <p:txBody>
          <a:bodyPr anchor="ctr"/>
          <a:lstStyle>
            <a:lvl1pPr algn="l">
              <a:lnSpc>
                <a:spcPct val="100000"/>
              </a:lnSpc>
              <a:defRPr>
                <a:solidFill>
                  <a:srgbClr val="005094"/>
                </a:solidFill>
              </a:defRPr>
            </a:lvl1pPr>
          </a:lstStyle>
          <a:p>
            <a:r>
              <a:rPr lang="en-US" dirty="0"/>
              <a:t>Click to edit Master title style</a:t>
            </a:r>
          </a:p>
        </p:txBody>
      </p:sp>
      <p:sp>
        <p:nvSpPr>
          <p:cNvPr id="6" name="Content Placeholder 2">
            <a:extLst>
              <a:ext uri="{FF2B5EF4-FFF2-40B4-BE49-F238E27FC236}">
                <a16:creationId xmlns:a16="http://schemas.microsoft.com/office/drawing/2014/main" id="{A80FBAE2-C3C6-48CA-66CF-D7F40E6E5DF1}"/>
              </a:ext>
            </a:extLst>
          </p:cNvPr>
          <p:cNvSpPr>
            <a:spLocks noGrp="1"/>
          </p:cNvSpPr>
          <p:nvPr>
            <p:ph idx="1" hasCustomPrompt="1"/>
          </p:nvPr>
        </p:nvSpPr>
        <p:spPr>
          <a:xfrm>
            <a:off x="442762" y="1197430"/>
            <a:ext cx="8349916" cy="3413072"/>
          </a:xfrm>
        </p:spPr>
        <p:txBody>
          <a:bodyPr/>
          <a:lstStyle>
            <a:lvl1pPr marL="168275" indent="-168275">
              <a:buClr>
                <a:srgbClr val="005094"/>
              </a:buClr>
              <a:buFont typeface="Wingdings" panose="05000000000000000000" pitchFamily="2" charset="2"/>
              <a:buChar char="§"/>
              <a:defRPr lang="en-US" sz="2100" b="0" kern="1200" dirty="0">
                <a:solidFill>
                  <a:srgbClr val="525252"/>
                </a:solidFill>
                <a:latin typeface="+mn-lt"/>
                <a:ea typeface="Roboto" panose="02000000000000000000" pitchFamily="2" charset="0"/>
                <a:cs typeface="Roboto" panose="02000000000000000000" pitchFamily="2" charset="0"/>
              </a:defRPr>
            </a:lvl1pPr>
            <a:lvl2pPr marL="457200" indent="-227013">
              <a:buClr>
                <a:srgbClr val="005094"/>
              </a:buClr>
              <a:buFont typeface="Arial" panose="020B0604020202020204" pitchFamily="34" charset="0"/>
              <a:buChar char="•"/>
              <a:defRPr sz="2100"/>
            </a:lvl2pPr>
            <a:lvl3pPr marL="742950" indent="-227013">
              <a:buClr>
                <a:srgbClr val="005094"/>
              </a:buClr>
              <a:buFont typeface="Arial" panose="020B0604020202020204" pitchFamily="34" charset="0"/>
              <a:buChar char="•"/>
              <a:defRPr sz="2100"/>
            </a:lvl3pPr>
            <a:lvl4pPr marL="1028700" indent="-228600">
              <a:buClr>
                <a:srgbClr val="005094"/>
              </a:buClr>
              <a:buFont typeface="Arial" panose="020B0604020202020204" pitchFamily="34" charset="0"/>
              <a:buChar char="•"/>
              <a:defRPr sz="2100"/>
            </a:lvl4pPr>
            <a:lvl5pPr marL="1312863" indent="-227013">
              <a:buClr>
                <a:srgbClr val="005094"/>
              </a:buClr>
              <a:buFont typeface="Arial" panose="020B0604020202020204" pitchFamily="34" charset="0"/>
              <a:buChar char="•"/>
              <a:defRPr sz="2100"/>
            </a:lvl5pPr>
          </a:lstStyle>
          <a:p>
            <a:pPr lvl="0"/>
            <a:r>
              <a:rPr lang="en-US" dirty="0"/>
              <a:t>Click to edit Master text styles Arial 21 pt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10">
            <a:extLst>
              <a:ext uri="{FF2B5EF4-FFF2-40B4-BE49-F238E27FC236}">
                <a16:creationId xmlns:a16="http://schemas.microsoft.com/office/drawing/2014/main" id="{280BC2AA-5EE6-7B52-BA8C-83089B779F06}"/>
              </a:ext>
            </a:extLst>
          </p:cNvPr>
          <p:cNvSpPr>
            <a:spLocks noGrp="1"/>
          </p:cNvSpPr>
          <p:nvPr>
            <p:ph type="sldNum" sz="quarter" idx="4"/>
          </p:nvPr>
        </p:nvSpPr>
        <p:spPr>
          <a:xfrm>
            <a:off x="8535503" y="4831733"/>
            <a:ext cx="514350" cy="326056"/>
          </a:xfrm>
          <a:prstGeom prst="rect">
            <a:avLst/>
          </a:prstGeom>
        </p:spPr>
        <p:txBody>
          <a:bodyPr vert="horz" lIns="91440" tIns="45720" rIns="91440" bIns="45720" rtlCol="0" anchor="ctr"/>
          <a:lstStyle>
            <a:lvl1pPr algn="r">
              <a:defRPr sz="1200">
                <a:solidFill>
                  <a:schemeClr val="bg1"/>
                </a:solidFill>
              </a:defRPr>
            </a:lvl1pPr>
          </a:lstStyle>
          <a:p>
            <a:fld id="{4B327F5A-7D8F-4012-9A1A-2197D74A174F}" type="slidenum">
              <a:rPr lang="en-IN" smtClean="0"/>
              <a:pPr/>
              <a:t>‹#›</a:t>
            </a:fld>
            <a:endParaRPr lang="en-IN" dirty="0"/>
          </a:p>
        </p:txBody>
      </p:sp>
    </p:spTree>
    <p:extLst>
      <p:ext uri="{BB962C8B-B14F-4D97-AF65-F5344CB8AC3E}">
        <p14:creationId xmlns:p14="http://schemas.microsoft.com/office/powerpoint/2010/main" val="1690811553"/>
      </p:ext>
    </p:extLst>
  </p:cSld>
  <p:clrMapOvr>
    <a:masterClrMapping/>
  </p:clrMapOvr>
  <p:transition>
    <p:fade/>
  </p:transition>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Head Only Slide">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94699680-FAA4-1DB9-3017-2EB126F0B7B8}"/>
              </a:ext>
            </a:extLst>
          </p:cNvPr>
          <p:cNvSpPr>
            <a:spLocks noGrp="1"/>
          </p:cNvSpPr>
          <p:nvPr>
            <p:ph idx="1" hasCustomPrompt="1"/>
          </p:nvPr>
        </p:nvSpPr>
        <p:spPr>
          <a:xfrm>
            <a:off x="442762" y="1143000"/>
            <a:ext cx="4129238" cy="3467501"/>
          </a:xfrm>
        </p:spPr>
        <p:txBody>
          <a:bodyPr/>
          <a:lstStyle>
            <a:lvl1pPr marL="168275" indent="-168275">
              <a:buClr>
                <a:srgbClr val="005094"/>
              </a:buClr>
              <a:buFont typeface="Wingdings" panose="05000000000000000000" pitchFamily="2" charset="2"/>
              <a:buChar char="§"/>
              <a:defRPr sz="1800"/>
            </a:lvl1pPr>
            <a:lvl2pPr marL="457200" indent="-227013">
              <a:buClr>
                <a:srgbClr val="005094"/>
              </a:buClr>
              <a:buFont typeface="Arial" panose="020B0604020202020204" pitchFamily="34" charset="0"/>
              <a:buChar char="•"/>
              <a:defRPr sz="1800"/>
            </a:lvl2pPr>
            <a:lvl3pPr marL="742950" indent="-227013">
              <a:buClr>
                <a:srgbClr val="005094"/>
              </a:buClr>
              <a:buFont typeface="Arial" panose="020B0604020202020204" pitchFamily="34" charset="0"/>
              <a:buChar char="•"/>
              <a:defRPr sz="1800"/>
            </a:lvl3pPr>
            <a:lvl4pPr marL="1028700" indent="-228600">
              <a:buClr>
                <a:srgbClr val="005094"/>
              </a:buClr>
              <a:buFont typeface="Arial" panose="020B0604020202020204" pitchFamily="34" charset="0"/>
              <a:buChar char="•"/>
              <a:defRPr sz="1800"/>
            </a:lvl4pPr>
            <a:lvl5pPr marL="1312863" indent="-227013">
              <a:buClr>
                <a:srgbClr val="005094"/>
              </a:buClr>
              <a:buFont typeface="Arial" panose="020B0604020202020204" pitchFamily="34" charset="0"/>
              <a:buChar char="•"/>
              <a:defRPr sz="1800"/>
            </a:lvl5pPr>
          </a:lstStyle>
          <a:p>
            <a:pPr lvl="0"/>
            <a:r>
              <a:rPr lang="en-US" dirty="0"/>
              <a:t>Click to edit Master text styles Arial 18 pt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Content Placeholder 2">
            <a:extLst>
              <a:ext uri="{FF2B5EF4-FFF2-40B4-BE49-F238E27FC236}">
                <a16:creationId xmlns:a16="http://schemas.microsoft.com/office/drawing/2014/main" id="{CC01E633-FAA4-F7B4-3893-A1FFB20A9C4A}"/>
              </a:ext>
            </a:extLst>
          </p:cNvPr>
          <p:cNvSpPr>
            <a:spLocks noGrp="1"/>
          </p:cNvSpPr>
          <p:nvPr>
            <p:ph idx="10" hasCustomPrompt="1"/>
          </p:nvPr>
        </p:nvSpPr>
        <p:spPr>
          <a:xfrm>
            <a:off x="4719587" y="1143000"/>
            <a:ext cx="4073090" cy="3467500"/>
          </a:xfrm>
        </p:spPr>
        <p:txBody>
          <a:bodyPr/>
          <a:lstStyle>
            <a:lvl1pPr marL="177800" indent="-177800">
              <a:buClr>
                <a:srgbClr val="005094"/>
              </a:buClr>
              <a:buFont typeface="Wingdings" panose="05000000000000000000" pitchFamily="2" charset="2"/>
              <a:buChar char="§"/>
              <a:defRPr lang="en-US" sz="1800" b="0" kern="1200" dirty="0" smtClean="0">
                <a:solidFill>
                  <a:srgbClr val="525252"/>
                </a:solidFill>
                <a:latin typeface="+mn-lt"/>
                <a:ea typeface="Roboto" panose="02000000000000000000" pitchFamily="2" charset="0"/>
                <a:cs typeface="Roboto" panose="02000000000000000000" pitchFamily="2" charset="0"/>
              </a:defRPr>
            </a:lvl1pPr>
            <a:lvl2pPr marL="457200" indent="-227013">
              <a:buClr>
                <a:srgbClr val="005094"/>
              </a:buClr>
              <a:buFont typeface="Arial" panose="020B0604020202020204" pitchFamily="34" charset="0"/>
              <a:buChar char="•"/>
              <a:defRPr sz="1800"/>
            </a:lvl2pPr>
            <a:lvl3pPr marL="742950" indent="-227013">
              <a:buClr>
                <a:srgbClr val="005094"/>
              </a:buClr>
              <a:buFont typeface="Arial" panose="020B0604020202020204" pitchFamily="34" charset="0"/>
              <a:buChar char="•"/>
              <a:defRPr sz="1800"/>
            </a:lvl3pPr>
            <a:lvl4pPr marL="1028700" indent="-228600">
              <a:buClr>
                <a:srgbClr val="005094"/>
              </a:buClr>
              <a:buFont typeface="Arial" panose="020B0604020202020204" pitchFamily="34" charset="0"/>
              <a:buChar char="•"/>
              <a:defRPr sz="1800"/>
            </a:lvl4pPr>
            <a:lvl5pPr marL="1312863" indent="-227013">
              <a:buClr>
                <a:srgbClr val="005094"/>
              </a:buClr>
              <a:buFont typeface="Arial" panose="020B0604020202020204" pitchFamily="34" charset="0"/>
              <a:buChar char="•"/>
              <a:defRPr sz="1800"/>
            </a:lvl5pPr>
          </a:lstStyle>
          <a:p>
            <a:pPr lvl="0"/>
            <a:r>
              <a:rPr lang="en-US" dirty="0"/>
              <a:t>Click to edit Master text styles Arial 18 pt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8" name="Straight Connector 7">
            <a:extLst>
              <a:ext uri="{FF2B5EF4-FFF2-40B4-BE49-F238E27FC236}">
                <a16:creationId xmlns:a16="http://schemas.microsoft.com/office/drawing/2014/main" id="{AE827E89-9151-3A74-8245-090B5BDB5693}"/>
              </a:ext>
            </a:extLst>
          </p:cNvPr>
          <p:cNvCxnSpPr>
            <a:cxnSpLocks/>
          </p:cNvCxnSpPr>
          <p:nvPr userDrawn="1"/>
        </p:nvCxnSpPr>
        <p:spPr>
          <a:xfrm>
            <a:off x="4648200" y="1143000"/>
            <a:ext cx="0" cy="3467500"/>
          </a:xfrm>
          <a:prstGeom prst="line">
            <a:avLst/>
          </a:prstGeom>
          <a:ln w="19050" cap="flat" cmpd="sng" algn="ctr">
            <a:solidFill>
              <a:schemeClr val="accent6"/>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7" name="Title 1">
            <a:extLst>
              <a:ext uri="{FF2B5EF4-FFF2-40B4-BE49-F238E27FC236}">
                <a16:creationId xmlns:a16="http://schemas.microsoft.com/office/drawing/2014/main" id="{3FA46726-0B7D-512C-7067-C9740C6A2759}"/>
              </a:ext>
            </a:extLst>
          </p:cNvPr>
          <p:cNvSpPr>
            <a:spLocks noGrp="1"/>
          </p:cNvSpPr>
          <p:nvPr>
            <p:ph type="title"/>
          </p:nvPr>
        </p:nvSpPr>
        <p:spPr>
          <a:xfrm>
            <a:off x="442762" y="148739"/>
            <a:ext cx="8349916" cy="507831"/>
          </a:xfrm>
        </p:spPr>
        <p:txBody>
          <a:bodyPr anchor="ctr"/>
          <a:lstStyle>
            <a:lvl1pPr algn="l">
              <a:lnSpc>
                <a:spcPct val="100000"/>
              </a:lnSpc>
              <a:defRPr>
                <a:solidFill>
                  <a:srgbClr val="005094"/>
                </a:solidFill>
              </a:defRPr>
            </a:lvl1pPr>
          </a:lstStyle>
          <a:p>
            <a:r>
              <a:rPr lang="en-US" dirty="0"/>
              <a:t>Click to edit Master title style</a:t>
            </a:r>
          </a:p>
        </p:txBody>
      </p:sp>
      <p:sp>
        <p:nvSpPr>
          <p:cNvPr id="10" name="Slide Number Placeholder 10">
            <a:extLst>
              <a:ext uri="{FF2B5EF4-FFF2-40B4-BE49-F238E27FC236}">
                <a16:creationId xmlns:a16="http://schemas.microsoft.com/office/drawing/2014/main" id="{9A92129A-0811-4A8A-836A-70F8CEA85EF9}"/>
              </a:ext>
            </a:extLst>
          </p:cNvPr>
          <p:cNvSpPr>
            <a:spLocks noGrp="1"/>
          </p:cNvSpPr>
          <p:nvPr>
            <p:ph type="sldNum" sz="quarter" idx="4"/>
          </p:nvPr>
        </p:nvSpPr>
        <p:spPr>
          <a:xfrm>
            <a:off x="8535502" y="4831733"/>
            <a:ext cx="514350" cy="326056"/>
          </a:xfrm>
          <a:prstGeom prst="rect">
            <a:avLst/>
          </a:prstGeom>
        </p:spPr>
        <p:txBody>
          <a:bodyPr vert="horz" lIns="91440" tIns="45720" rIns="91440" bIns="45720" rtlCol="0" anchor="ctr"/>
          <a:lstStyle>
            <a:lvl1pPr algn="r">
              <a:defRPr sz="1200">
                <a:solidFill>
                  <a:schemeClr val="bg1"/>
                </a:solidFill>
              </a:defRPr>
            </a:lvl1pPr>
          </a:lstStyle>
          <a:p>
            <a:fld id="{4B327F5A-7D8F-4012-9A1A-2197D74A174F}" type="slidenum">
              <a:rPr lang="en-IN" smtClean="0"/>
              <a:pPr/>
              <a:t>‹#›</a:t>
            </a:fld>
            <a:endParaRPr lang="en-IN" dirty="0"/>
          </a:p>
        </p:txBody>
      </p:sp>
    </p:spTree>
    <p:extLst>
      <p:ext uri="{BB962C8B-B14F-4D97-AF65-F5344CB8AC3E}">
        <p14:creationId xmlns:p14="http://schemas.microsoft.com/office/powerpoint/2010/main" val="1407694539"/>
      </p:ext>
    </p:extLst>
  </p:cSld>
  <p:clrMapOvr>
    <a:masterClrMapping/>
  </p:clrMapOvr>
  <p:transition>
    <p:fade/>
  </p:transition>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Head Only Slide">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94699680-FAA4-1DB9-3017-2EB126F0B7B8}"/>
              </a:ext>
            </a:extLst>
          </p:cNvPr>
          <p:cNvSpPr>
            <a:spLocks noGrp="1"/>
          </p:cNvSpPr>
          <p:nvPr>
            <p:ph idx="1" hasCustomPrompt="1"/>
          </p:nvPr>
        </p:nvSpPr>
        <p:spPr>
          <a:xfrm>
            <a:off x="442762" y="1231900"/>
            <a:ext cx="4073091" cy="3378601"/>
          </a:xfrm>
        </p:spPr>
        <p:txBody>
          <a:bodyPr/>
          <a:lstStyle>
            <a:lvl1pPr marL="168275" indent="-168275">
              <a:buClr>
                <a:srgbClr val="005094"/>
              </a:buClr>
              <a:buFont typeface="Wingdings" panose="05000000000000000000" pitchFamily="2" charset="2"/>
              <a:buChar char="§"/>
              <a:defRPr sz="1800"/>
            </a:lvl1pPr>
            <a:lvl2pPr marL="457200" indent="-227013">
              <a:buClr>
                <a:srgbClr val="005094"/>
              </a:buClr>
              <a:buFont typeface="Arial" panose="020B0604020202020204" pitchFamily="34" charset="0"/>
              <a:buChar char="•"/>
              <a:defRPr sz="1800"/>
            </a:lvl2pPr>
            <a:lvl3pPr marL="742950" indent="-227013">
              <a:buClr>
                <a:srgbClr val="005094"/>
              </a:buClr>
              <a:buFont typeface="Arial" panose="020B0604020202020204" pitchFamily="34" charset="0"/>
              <a:buChar char="•"/>
              <a:defRPr sz="1800"/>
            </a:lvl3pPr>
            <a:lvl4pPr marL="1028700" indent="-228600">
              <a:buClr>
                <a:srgbClr val="005094"/>
              </a:buClr>
              <a:buFont typeface="Arial" panose="020B0604020202020204" pitchFamily="34" charset="0"/>
              <a:buChar char="•"/>
              <a:defRPr sz="1800"/>
            </a:lvl4pPr>
            <a:lvl5pPr marL="1312863" indent="-227013">
              <a:buClr>
                <a:srgbClr val="005094"/>
              </a:buClr>
              <a:buFont typeface="Arial" panose="020B0604020202020204" pitchFamily="34" charset="0"/>
              <a:buChar char="•"/>
              <a:defRPr sz="1800"/>
            </a:lvl5pPr>
          </a:lstStyle>
          <a:p>
            <a:pPr lvl="0"/>
            <a:r>
              <a:rPr lang="en-US" dirty="0"/>
              <a:t>Click to edit Master text styles Arial 18 pt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Content Placeholder 2">
            <a:extLst>
              <a:ext uri="{FF2B5EF4-FFF2-40B4-BE49-F238E27FC236}">
                <a16:creationId xmlns:a16="http://schemas.microsoft.com/office/drawing/2014/main" id="{CC01E633-FAA4-F7B4-3893-A1FFB20A9C4A}"/>
              </a:ext>
            </a:extLst>
          </p:cNvPr>
          <p:cNvSpPr>
            <a:spLocks noGrp="1"/>
          </p:cNvSpPr>
          <p:nvPr>
            <p:ph idx="10" hasCustomPrompt="1"/>
          </p:nvPr>
        </p:nvSpPr>
        <p:spPr>
          <a:xfrm>
            <a:off x="4719587" y="1231899"/>
            <a:ext cx="4073091" cy="3378601"/>
          </a:xfrm>
        </p:spPr>
        <p:txBody>
          <a:bodyPr/>
          <a:lstStyle>
            <a:lvl1pPr marL="177800" indent="-177800">
              <a:buClr>
                <a:srgbClr val="005094"/>
              </a:buClr>
              <a:buFont typeface="Wingdings" panose="05000000000000000000" pitchFamily="2" charset="2"/>
              <a:buChar char="§"/>
              <a:defRPr lang="en-US" sz="1800" b="0" kern="1200" dirty="0" smtClean="0">
                <a:solidFill>
                  <a:srgbClr val="525252"/>
                </a:solidFill>
                <a:latin typeface="+mn-lt"/>
                <a:ea typeface="Roboto" panose="02000000000000000000" pitchFamily="2" charset="0"/>
                <a:cs typeface="Roboto" panose="02000000000000000000" pitchFamily="2" charset="0"/>
              </a:defRPr>
            </a:lvl1pPr>
            <a:lvl2pPr marL="457200" indent="-227013">
              <a:buClr>
                <a:srgbClr val="005094"/>
              </a:buClr>
              <a:buFont typeface="Arial" panose="020B0604020202020204" pitchFamily="34" charset="0"/>
              <a:buChar char="•"/>
              <a:defRPr sz="1800"/>
            </a:lvl2pPr>
            <a:lvl3pPr marL="742950" indent="-227013">
              <a:buClr>
                <a:srgbClr val="005094"/>
              </a:buClr>
              <a:buFont typeface="Arial" panose="020B0604020202020204" pitchFamily="34" charset="0"/>
              <a:buChar char="•"/>
              <a:defRPr sz="1800"/>
            </a:lvl3pPr>
            <a:lvl4pPr marL="1028700" indent="-228600">
              <a:buClr>
                <a:srgbClr val="005094"/>
              </a:buClr>
              <a:buFont typeface="Arial" panose="020B0604020202020204" pitchFamily="34" charset="0"/>
              <a:buChar char="•"/>
              <a:defRPr sz="1800"/>
            </a:lvl4pPr>
            <a:lvl5pPr marL="1312863" indent="-227013">
              <a:buClr>
                <a:srgbClr val="005094"/>
              </a:buClr>
              <a:buFont typeface="Arial" panose="020B0604020202020204" pitchFamily="34" charset="0"/>
              <a:buChar char="•"/>
              <a:defRPr sz="1800"/>
            </a:lvl5pPr>
          </a:lstStyle>
          <a:p>
            <a:pPr lvl="0"/>
            <a:r>
              <a:rPr lang="en-US" dirty="0"/>
              <a:t>Click to edit Master text styles Arial 18 pt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7" name="Straight Connector 6">
            <a:extLst>
              <a:ext uri="{FF2B5EF4-FFF2-40B4-BE49-F238E27FC236}">
                <a16:creationId xmlns:a16="http://schemas.microsoft.com/office/drawing/2014/main" id="{44A16F23-89BB-6D08-1419-74F0F035C8BE}"/>
              </a:ext>
            </a:extLst>
          </p:cNvPr>
          <p:cNvCxnSpPr>
            <a:cxnSpLocks/>
          </p:cNvCxnSpPr>
          <p:nvPr userDrawn="1"/>
        </p:nvCxnSpPr>
        <p:spPr>
          <a:xfrm>
            <a:off x="4615542" y="811374"/>
            <a:ext cx="0" cy="3799126"/>
          </a:xfrm>
          <a:prstGeom prst="line">
            <a:avLst/>
          </a:prstGeom>
          <a:ln w="19050" cap="flat" cmpd="sng" algn="ctr">
            <a:solidFill>
              <a:schemeClr val="accent6"/>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Slide Number Placeholder 7">
            <a:extLst>
              <a:ext uri="{FF2B5EF4-FFF2-40B4-BE49-F238E27FC236}">
                <a16:creationId xmlns:a16="http://schemas.microsoft.com/office/drawing/2014/main" id="{F95CB157-652B-FD48-276D-25DEB55BE62D}"/>
              </a:ext>
            </a:extLst>
          </p:cNvPr>
          <p:cNvSpPr>
            <a:spLocks noGrp="1"/>
          </p:cNvSpPr>
          <p:nvPr>
            <p:ph type="sldNum" sz="quarter" idx="14"/>
          </p:nvPr>
        </p:nvSpPr>
        <p:spPr>
          <a:xfrm>
            <a:off x="8526793" y="4859773"/>
            <a:ext cx="514350" cy="326056"/>
          </a:xfrm>
        </p:spPr>
        <p:txBody>
          <a:bodyPr/>
          <a:lstStyle/>
          <a:p>
            <a:fld id="{4B327F5A-7D8F-4012-9A1A-2197D74A174F}" type="slidenum">
              <a:rPr lang="en-IN" smtClean="0"/>
              <a:pPr/>
              <a:t>‹#›</a:t>
            </a:fld>
            <a:endParaRPr lang="en-IN" dirty="0"/>
          </a:p>
        </p:txBody>
      </p:sp>
      <p:sp>
        <p:nvSpPr>
          <p:cNvPr id="9" name="Title 1">
            <a:extLst>
              <a:ext uri="{FF2B5EF4-FFF2-40B4-BE49-F238E27FC236}">
                <a16:creationId xmlns:a16="http://schemas.microsoft.com/office/drawing/2014/main" id="{84624EA4-4987-93B2-9F41-13E6B95F1991}"/>
              </a:ext>
            </a:extLst>
          </p:cNvPr>
          <p:cNvSpPr>
            <a:spLocks noGrp="1"/>
          </p:cNvSpPr>
          <p:nvPr>
            <p:ph type="title"/>
          </p:nvPr>
        </p:nvSpPr>
        <p:spPr>
          <a:xfrm>
            <a:off x="442762" y="148739"/>
            <a:ext cx="8349916" cy="507831"/>
          </a:xfrm>
        </p:spPr>
        <p:txBody>
          <a:bodyPr anchor="ctr"/>
          <a:lstStyle>
            <a:lvl1pPr algn="l">
              <a:lnSpc>
                <a:spcPct val="100000"/>
              </a:lnSpc>
              <a:defRPr>
                <a:solidFill>
                  <a:srgbClr val="005094"/>
                </a:solidFill>
              </a:defRPr>
            </a:lvl1pPr>
          </a:lstStyle>
          <a:p>
            <a:r>
              <a:rPr lang="en-US" dirty="0"/>
              <a:t>Click to edit Master title style</a:t>
            </a:r>
          </a:p>
        </p:txBody>
      </p:sp>
      <p:sp>
        <p:nvSpPr>
          <p:cNvPr id="10" name="Text Placeholder 5">
            <a:extLst>
              <a:ext uri="{FF2B5EF4-FFF2-40B4-BE49-F238E27FC236}">
                <a16:creationId xmlns:a16="http://schemas.microsoft.com/office/drawing/2014/main" id="{812373A8-F430-2AB4-654C-8FAFF8BC79E3}"/>
              </a:ext>
            </a:extLst>
          </p:cNvPr>
          <p:cNvSpPr>
            <a:spLocks noGrp="1"/>
          </p:cNvSpPr>
          <p:nvPr>
            <p:ph type="body" sz="quarter" idx="15" hasCustomPrompt="1"/>
          </p:nvPr>
        </p:nvSpPr>
        <p:spPr>
          <a:xfrm>
            <a:off x="442762" y="691628"/>
            <a:ext cx="4068736" cy="391296"/>
          </a:xfrm>
        </p:spPr>
        <p:txBody>
          <a:bodyPr/>
          <a:lstStyle>
            <a:lvl1pPr marL="0" indent="0">
              <a:buNone/>
              <a:defRPr sz="2400" b="0" baseline="0">
                <a:latin typeface="+mj-lt"/>
              </a:defRPr>
            </a:lvl1pPr>
          </a:lstStyle>
          <a:p>
            <a:pPr marL="0" marR="0" lvl="0" indent="0" algn="l" defTabSz="914400" rtl="0" eaLnBrk="1" fontAlgn="auto" latinLnBrk="0" hangingPunct="1">
              <a:lnSpc>
                <a:spcPct val="100000"/>
              </a:lnSpc>
              <a:spcBef>
                <a:spcPts val="1000"/>
              </a:spcBef>
              <a:spcAft>
                <a:spcPts val="0"/>
              </a:spcAft>
              <a:buClr>
                <a:srgbClr val="005094"/>
              </a:buClr>
              <a:buSzTx/>
              <a:buFont typeface="Wingdings" panose="05000000000000000000" pitchFamily="2" charset="2"/>
              <a:buNone/>
              <a:tabLst/>
              <a:defRPr/>
            </a:pPr>
            <a:r>
              <a:rPr lang="en-US" dirty="0"/>
              <a:t>Subhead Arial 24 pt</a:t>
            </a:r>
          </a:p>
        </p:txBody>
      </p:sp>
      <p:sp>
        <p:nvSpPr>
          <p:cNvPr id="11" name="Text Placeholder 5">
            <a:extLst>
              <a:ext uri="{FF2B5EF4-FFF2-40B4-BE49-F238E27FC236}">
                <a16:creationId xmlns:a16="http://schemas.microsoft.com/office/drawing/2014/main" id="{8C3B0951-F521-1E5E-E4BC-A9A329C087CF}"/>
              </a:ext>
            </a:extLst>
          </p:cNvPr>
          <p:cNvSpPr>
            <a:spLocks noGrp="1"/>
          </p:cNvSpPr>
          <p:nvPr>
            <p:ph type="body" sz="quarter" idx="16" hasCustomPrompt="1"/>
          </p:nvPr>
        </p:nvSpPr>
        <p:spPr>
          <a:xfrm>
            <a:off x="4715232" y="691628"/>
            <a:ext cx="4068736" cy="391296"/>
          </a:xfrm>
        </p:spPr>
        <p:txBody>
          <a:bodyPr/>
          <a:lstStyle>
            <a:lvl1pPr marL="0" indent="0">
              <a:buNone/>
              <a:defRPr sz="2400" b="0" baseline="0">
                <a:latin typeface="+mj-lt"/>
              </a:defRPr>
            </a:lvl1pPr>
          </a:lstStyle>
          <a:p>
            <a:pPr marL="0" marR="0" lvl="0" indent="0" algn="l" defTabSz="914400" rtl="0" eaLnBrk="1" fontAlgn="auto" latinLnBrk="0" hangingPunct="1">
              <a:lnSpc>
                <a:spcPct val="100000"/>
              </a:lnSpc>
              <a:spcBef>
                <a:spcPts val="1000"/>
              </a:spcBef>
              <a:spcAft>
                <a:spcPts val="0"/>
              </a:spcAft>
              <a:buClr>
                <a:srgbClr val="005094"/>
              </a:buClr>
              <a:buSzTx/>
              <a:buFont typeface="Wingdings" panose="05000000000000000000" pitchFamily="2" charset="2"/>
              <a:buNone/>
              <a:tabLst/>
              <a:defRPr/>
            </a:pPr>
            <a:r>
              <a:rPr lang="en-US" dirty="0"/>
              <a:t>Subhead Arial 24 pt</a:t>
            </a:r>
          </a:p>
        </p:txBody>
      </p:sp>
    </p:spTree>
    <p:extLst>
      <p:ext uri="{BB962C8B-B14F-4D97-AF65-F5344CB8AC3E}">
        <p14:creationId xmlns:p14="http://schemas.microsoft.com/office/powerpoint/2010/main" val="925118923"/>
      </p:ext>
    </p:extLst>
  </p:cSld>
  <p:clrMapOvr>
    <a:masterClrMapping/>
  </p:clrMapOvr>
  <p:transition>
    <p:fade/>
  </p:transition>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7_Head Only Sli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46C6F62-ED0F-2FA7-A0A0-9AE79283E8FF}"/>
              </a:ext>
            </a:extLst>
          </p:cNvPr>
          <p:cNvSpPr/>
          <p:nvPr userDrawn="1"/>
        </p:nvSpPr>
        <p:spPr bwMode="auto">
          <a:xfrm>
            <a:off x="4719588" y="1143000"/>
            <a:ext cx="4073090" cy="3676650"/>
          </a:xfrm>
          <a:prstGeom prst="rect">
            <a:avLst/>
          </a:prstGeom>
          <a:solidFill>
            <a:schemeClr val="accent3">
              <a:lumMod val="20000"/>
              <a:lumOff val="80000"/>
            </a:schemeClr>
          </a:solidFill>
          <a:ln w="19050" algn="ctr">
            <a:noFill/>
            <a:miter lim="800000"/>
            <a:headEnd/>
            <a:tailEnd/>
          </a:ln>
        </p:spPr>
        <p:txBody>
          <a:bodyPr wrap="none" rtlCol="0" anchor="ctr"/>
          <a:lstStyle/>
          <a:p>
            <a:pPr algn="ctr">
              <a:lnSpc>
                <a:spcPct val="90000"/>
              </a:lnSpc>
            </a:pPr>
            <a:endParaRPr lang="en-IN" sz="1600" b="1" dirty="0" err="1">
              <a:solidFill>
                <a:schemeClr val="bg1"/>
              </a:solidFill>
              <a:latin typeface="+mj-lt"/>
            </a:endParaRPr>
          </a:p>
        </p:txBody>
      </p:sp>
      <p:sp>
        <p:nvSpPr>
          <p:cNvPr id="4" name="Content Placeholder 2">
            <a:extLst>
              <a:ext uri="{FF2B5EF4-FFF2-40B4-BE49-F238E27FC236}">
                <a16:creationId xmlns:a16="http://schemas.microsoft.com/office/drawing/2014/main" id="{94699680-FAA4-1DB9-3017-2EB126F0B7B8}"/>
              </a:ext>
            </a:extLst>
          </p:cNvPr>
          <p:cNvSpPr>
            <a:spLocks noGrp="1"/>
          </p:cNvSpPr>
          <p:nvPr>
            <p:ph idx="1" hasCustomPrompt="1"/>
          </p:nvPr>
        </p:nvSpPr>
        <p:spPr>
          <a:xfrm>
            <a:off x="442762" y="1143000"/>
            <a:ext cx="4129238" cy="3467501"/>
          </a:xfrm>
        </p:spPr>
        <p:txBody>
          <a:bodyPr/>
          <a:lstStyle>
            <a:lvl1pPr marL="168275" indent="-168275">
              <a:buClr>
                <a:srgbClr val="005094"/>
              </a:buClr>
              <a:buFont typeface="Wingdings" panose="05000000000000000000" pitchFamily="2" charset="2"/>
              <a:buChar char="§"/>
              <a:defRPr sz="1800"/>
            </a:lvl1pPr>
            <a:lvl2pPr marL="457200" indent="-227013">
              <a:buClr>
                <a:srgbClr val="005094"/>
              </a:buClr>
              <a:buFont typeface="Arial" panose="020B0604020202020204" pitchFamily="34" charset="0"/>
              <a:buChar char="•"/>
              <a:defRPr sz="1800"/>
            </a:lvl2pPr>
            <a:lvl3pPr marL="742950" indent="-227013">
              <a:buClr>
                <a:srgbClr val="005094"/>
              </a:buClr>
              <a:buFont typeface="Arial" panose="020B0604020202020204" pitchFamily="34" charset="0"/>
              <a:buChar char="•"/>
              <a:defRPr sz="1800"/>
            </a:lvl3pPr>
            <a:lvl4pPr marL="1028700" indent="-228600">
              <a:buClr>
                <a:srgbClr val="005094"/>
              </a:buClr>
              <a:buFont typeface="Arial" panose="020B0604020202020204" pitchFamily="34" charset="0"/>
              <a:buChar char="•"/>
              <a:defRPr sz="1800"/>
            </a:lvl4pPr>
            <a:lvl5pPr marL="1312863" indent="-227013">
              <a:buClr>
                <a:srgbClr val="005094"/>
              </a:buClr>
              <a:buFont typeface="Arial" panose="020B0604020202020204" pitchFamily="34" charset="0"/>
              <a:buChar char="•"/>
              <a:defRPr sz="1800"/>
            </a:lvl5pPr>
          </a:lstStyle>
          <a:p>
            <a:pPr lvl="0"/>
            <a:r>
              <a:rPr lang="en-US" dirty="0"/>
              <a:t>Click to edit Master text styles Arial 18 pt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Content Placeholder 2">
            <a:extLst>
              <a:ext uri="{FF2B5EF4-FFF2-40B4-BE49-F238E27FC236}">
                <a16:creationId xmlns:a16="http://schemas.microsoft.com/office/drawing/2014/main" id="{CC01E633-FAA4-F7B4-3893-A1FFB20A9C4A}"/>
              </a:ext>
            </a:extLst>
          </p:cNvPr>
          <p:cNvSpPr>
            <a:spLocks noGrp="1"/>
          </p:cNvSpPr>
          <p:nvPr>
            <p:ph idx="10" hasCustomPrompt="1"/>
          </p:nvPr>
        </p:nvSpPr>
        <p:spPr>
          <a:xfrm>
            <a:off x="4719587" y="1143000"/>
            <a:ext cx="4073090" cy="3467500"/>
          </a:xfrm>
        </p:spPr>
        <p:txBody>
          <a:bodyPr/>
          <a:lstStyle>
            <a:lvl1pPr marL="177800" indent="-177800">
              <a:buClr>
                <a:srgbClr val="005094"/>
              </a:buClr>
              <a:buFont typeface="Wingdings" panose="05000000000000000000" pitchFamily="2" charset="2"/>
              <a:buChar char="§"/>
              <a:defRPr lang="en-US" sz="1800" b="0" kern="1200" dirty="0" smtClean="0">
                <a:solidFill>
                  <a:srgbClr val="525252"/>
                </a:solidFill>
                <a:latin typeface="+mn-lt"/>
                <a:ea typeface="Roboto" panose="02000000000000000000" pitchFamily="2" charset="0"/>
                <a:cs typeface="Roboto" panose="02000000000000000000" pitchFamily="2" charset="0"/>
              </a:defRPr>
            </a:lvl1pPr>
            <a:lvl2pPr marL="457200" indent="-227013">
              <a:buClr>
                <a:srgbClr val="005094"/>
              </a:buClr>
              <a:buFont typeface="Arial" panose="020B0604020202020204" pitchFamily="34" charset="0"/>
              <a:buChar char="•"/>
              <a:defRPr sz="1800"/>
            </a:lvl2pPr>
            <a:lvl3pPr marL="742950" indent="-227013">
              <a:buClr>
                <a:srgbClr val="005094"/>
              </a:buClr>
              <a:buFont typeface="Arial" panose="020B0604020202020204" pitchFamily="34" charset="0"/>
              <a:buChar char="•"/>
              <a:defRPr sz="1800"/>
            </a:lvl3pPr>
            <a:lvl4pPr marL="1028700" indent="-228600">
              <a:buClr>
                <a:srgbClr val="005094"/>
              </a:buClr>
              <a:buFont typeface="Arial" panose="020B0604020202020204" pitchFamily="34" charset="0"/>
              <a:buChar char="•"/>
              <a:defRPr sz="1800"/>
            </a:lvl4pPr>
            <a:lvl5pPr marL="1312863" indent="-227013">
              <a:buClr>
                <a:srgbClr val="005094"/>
              </a:buClr>
              <a:buFont typeface="Arial" panose="020B0604020202020204" pitchFamily="34" charset="0"/>
              <a:buChar char="•"/>
              <a:defRPr sz="1800"/>
            </a:lvl5pPr>
          </a:lstStyle>
          <a:p>
            <a:pPr lvl="0"/>
            <a:r>
              <a:rPr lang="en-US" dirty="0"/>
              <a:t>Click to edit Master text styles Arial 18 pt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8" name="Straight Connector 7">
            <a:extLst>
              <a:ext uri="{FF2B5EF4-FFF2-40B4-BE49-F238E27FC236}">
                <a16:creationId xmlns:a16="http://schemas.microsoft.com/office/drawing/2014/main" id="{AE827E89-9151-3A74-8245-090B5BDB5693}"/>
              </a:ext>
            </a:extLst>
          </p:cNvPr>
          <p:cNvCxnSpPr>
            <a:cxnSpLocks/>
          </p:cNvCxnSpPr>
          <p:nvPr userDrawn="1"/>
        </p:nvCxnSpPr>
        <p:spPr>
          <a:xfrm>
            <a:off x="4648200" y="1143000"/>
            <a:ext cx="0" cy="3467500"/>
          </a:xfrm>
          <a:prstGeom prst="line">
            <a:avLst/>
          </a:prstGeom>
          <a:ln w="19050" cap="flat" cmpd="sng" algn="ctr">
            <a:solidFill>
              <a:schemeClr val="accent6"/>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7" name="Title 1">
            <a:extLst>
              <a:ext uri="{FF2B5EF4-FFF2-40B4-BE49-F238E27FC236}">
                <a16:creationId xmlns:a16="http://schemas.microsoft.com/office/drawing/2014/main" id="{3FA46726-0B7D-512C-7067-C9740C6A2759}"/>
              </a:ext>
            </a:extLst>
          </p:cNvPr>
          <p:cNvSpPr>
            <a:spLocks noGrp="1"/>
          </p:cNvSpPr>
          <p:nvPr>
            <p:ph type="title"/>
          </p:nvPr>
        </p:nvSpPr>
        <p:spPr>
          <a:xfrm>
            <a:off x="442762" y="148739"/>
            <a:ext cx="8349916" cy="507831"/>
          </a:xfrm>
        </p:spPr>
        <p:txBody>
          <a:bodyPr anchor="ctr"/>
          <a:lstStyle>
            <a:lvl1pPr algn="l">
              <a:lnSpc>
                <a:spcPct val="100000"/>
              </a:lnSpc>
              <a:defRPr>
                <a:solidFill>
                  <a:srgbClr val="005094"/>
                </a:solidFill>
              </a:defRPr>
            </a:lvl1pPr>
          </a:lstStyle>
          <a:p>
            <a:r>
              <a:rPr lang="en-US" dirty="0"/>
              <a:t>Click to edit Master title style</a:t>
            </a:r>
          </a:p>
        </p:txBody>
      </p:sp>
      <p:sp>
        <p:nvSpPr>
          <p:cNvPr id="6" name="Slide Number Placeholder 7">
            <a:extLst>
              <a:ext uri="{FF2B5EF4-FFF2-40B4-BE49-F238E27FC236}">
                <a16:creationId xmlns:a16="http://schemas.microsoft.com/office/drawing/2014/main" id="{33CB75A5-C7CB-2DB8-4C55-16FC38CE16DD}"/>
              </a:ext>
            </a:extLst>
          </p:cNvPr>
          <p:cNvSpPr>
            <a:spLocks noGrp="1"/>
          </p:cNvSpPr>
          <p:nvPr>
            <p:ph type="sldNum" sz="quarter" idx="14"/>
          </p:nvPr>
        </p:nvSpPr>
        <p:spPr>
          <a:xfrm>
            <a:off x="8535502" y="4831733"/>
            <a:ext cx="514350" cy="326056"/>
          </a:xfrm>
        </p:spPr>
        <p:txBody>
          <a:bodyPr/>
          <a:lstStyle/>
          <a:p>
            <a:fld id="{4B327F5A-7D8F-4012-9A1A-2197D74A174F}" type="slidenum">
              <a:rPr lang="en-IN" smtClean="0"/>
              <a:pPr/>
              <a:t>‹#›</a:t>
            </a:fld>
            <a:endParaRPr lang="en-IN" dirty="0"/>
          </a:p>
        </p:txBody>
      </p:sp>
    </p:spTree>
    <p:extLst>
      <p:ext uri="{BB962C8B-B14F-4D97-AF65-F5344CB8AC3E}">
        <p14:creationId xmlns:p14="http://schemas.microsoft.com/office/powerpoint/2010/main" val="284149468"/>
      </p:ext>
    </p:extLst>
  </p:cSld>
  <p:clrMapOvr>
    <a:masterClrMapping/>
  </p:clrMapOvr>
  <p:transition>
    <p:fade/>
  </p:transition>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6_Head Only Slid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FF3B42D-C50E-33BB-B7E9-3C8F2C8CDE29}"/>
              </a:ext>
            </a:extLst>
          </p:cNvPr>
          <p:cNvSpPr/>
          <p:nvPr userDrawn="1"/>
        </p:nvSpPr>
        <p:spPr bwMode="auto">
          <a:xfrm>
            <a:off x="442761" y="1143000"/>
            <a:ext cx="8349917" cy="3670300"/>
          </a:xfrm>
          <a:prstGeom prst="rect">
            <a:avLst/>
          </a:prstGeom>
          <a:solidFill>
            <a:schemeClr val="accent3">
              <a:lumMod val="20000"/>
              <a:lumOff val="80000"/>
            </a:schemeClr>
          </a:solidFill>
          <a:ln w="19050" algn="ctr">
            <a:noFill/>
            <a:miter lim="800000"/>
            <a:headEnd/>
            <a:tailEnd/>
          </a:ln>
        </p:spPr>
        <p:txBody>
          <a:bodyPr wrap="none" rtlCol="0" anchor="ctr"/>
          <a:lstStyle/>
          <a:p>
            <a:pPr algn="ctr">
              <a:lnSpc>
                <a:spcPct val="90000"/>
              </a:lnSpc>
            </a:pPr>
            <a:endParaRPr lang="en-IN" sz="1600" b="1" dirty="0" err="1">
              <a:solidFill>
                <a:schemeClr val="bg1"/>
              </a:solidFill>
              <a:latin typeface="+mj-lt"/>
            </a:endParaRPr>
          </a:p>
        </p:txBody>
      </p:sp>
      <p:sp>
        <p:nvSpPr>
          <p:cNvPr id="8" name="Content Placeholder 2">
            <a:extLst>
              <a:ext uri="{FF2B5EF4-FFF2-40B4-BE49-F238E27FC236}">
                <a16:creationId xmlns:a16="http://schemas.microsoft.com/office/drawing/2014/main" id="{2F23D3D4-9F97-9AAC-983C-38984737415D}"/>
              </a:ext>
            </a:extLst>
          </p:cNvPr>
          <p:cNvSpPr>
            <a:spLocks noGrp="1"/>
          </p:cNvSpPr>
          <p:nvPr>
            <p:ph idx="10" hasCustomPrompt="1"/>
          </p:nvPr>
        </p:nvSpPr>
        <p:spPr>
          <a:xfrm>
            <a:off x="442761" y="1143000"/>
            <a:ext cx="8349916" cy="3467500"/>
          </a:xfrm>
        </p:spPr>
        <p:txBody>
          <a:bodyPr/>
          <a:lstStyle>
            <a:lvl1pPr marL="177800" indent="-177800">
              <a:buClr>
                <a:srgbClr val="005094"/>
              </a:buClr>
              <a:buFont typeface="Wingdings" panose="05000000000000000000" pitchFamily="2" charset="2"/>
              <a:buChar char="§"/>
              <a:defRPr lang="en-US" sz="1800" b="0" kern="1200" dirty="0" smtClean="0">
                <a:solidFill>
                  <a:srgbClr val="525252"/>
                </a:solidFill>
                <a:latin typeface="+mn-lt"/>
                <a:ea typeface="Roboto" panose="02000000000000000000" pitchFamily="2" charset="0"/>
                <a:cs typeface="Roboto" panose="02000000000000000000" pitchFamily="2" charset="0"/>
              </a:defRPr>
            </a:lvl1pPr>
            <a:lvl2pPr marL="457200" indent="-227013">
              <a:buClr>
                <a:srgbClr val="005094"/>
              </a:buClr>
              <a:buFont typeface="Arial" panose="020B0604020202020204" pitchFamily="34" charset="0"/>
              <a:buChar char="•"/>
              <a:defRPr sz="1800"/>
            </a:lvl2pPr>
            <a:lvl3pPr marL="742950" indent="-227013">
              <a:buClr>
                <a:srgbClr val="005094"/>
              </a:buClr>
              <a:buFont typeface="Arial" panose="020B0604020202020204" pitchFamily="34" charset="0"/>
              <a:buChar char="•"/>
              <a:defRPr sz="1800"/>
            </a:lvl3pPr>
            <a:lvl4pPr marL="1028700" indent="-228600">
              <a:buClr>
                <a:srgbClr val="005094"/>
              </a:buClr>
              <a:buFont typeface="Arial" panose="020B0604020202020204" pitchFamily="34" charset="0"/>
              <a:buChar char="•"/>
              <a:defRPr sz="1800"/>
            </a:lvl4pPr>
            <a:lvl5pPr marL="1312863" indent="-227013">
              <a:buClr>
                <a:srgbClr val="005094"/>
              </a:buClr>
              <a:buFont typeface="Arial" panose="020B0604020202020204" pitchFamily="34" charset="0"/>
              <a:buChar char="•"/>
              <a:defRPr sz="1800"/>
            </a:lvl5pPr>
          </a:lstStyle>
          <a:p>
            <a:pPr marL="0" marR="0" lvl="0" indent="0" algn="l" defTabSz="914400" rtl="0" eaLnBrk="1" fontAlgn="auto" latinLnBrk="0" hangingPunct="1">
              <a:lnSpc>
                <a:spcPct val="100000"/>
              </a:lnSpc>
              <a:spcBef>
                <a:spcPts val="1000"/>
              </a:spcBef>
              <a:spcAft>
                <a:spcPts val="0"/>
              </a:spcAft>
              <a:buClr>
                <a:srgbClr val="51237F"/>
              </a:buClr>
              <a:buSzTx/>
              <a:buFontTx/>
              <a:buNone/>
              <a:tabLst/>
              <a:defRPr/>
            </a:pPr>
            <a:r>
              <a:rPr lang="en-US" dirty="0"/>
              <a:t>Subhead Arial 21 pt</a:t>
            </a:r>
            <a:endParaRPr lang="en-IN" dirty="0"/>
          </a:p>
          <a:p>
            <a:pPr marL="0" marR="0" lvl="0" indent="0" algn="l" defTabSz="914400" rtl="0" eaLnBrk="1" fontAlgn="auto" latinLnBrk="0" hangingPunct="1">
              <a:lnSpc>
                <a:spcPct val="100000"/>
              </a:lnSpc>
              <a:spcBef>
                <a:spcPts val="1000"/>
              </a:spcBef>
              <a:spcAft>
                <a:spcPts val="0"/>
              </a:spcAft>
              <a:buClr>
                <a:srgbClr val="51237F"/>
              </a:buClr>
              <a:buSzTx/>
              <a:buFontTx/>
              <a:buNone/>
              <a:tabLst/>
              <a:defRPr/>
            </a:pPr>
            <a:endParaRPr lang="en-US" dirty="0"/>
          </a:p>
        </p:txBody>
      </p:sp>
      <p:sp>
        <p:nvSpPr>
          <p:cNvPr id="13" name="Slide Number Placeholder 4">
            <a:extLst>
              <a:ext uri="{FF2B5EF4-FFF2-40B4-BE49-F238E27FC236}">
                <a16:creationId xmlns:a16="http://schemas.microsoft.com/office/drawing/2014/main" id="{18EDF24D-2644-DA9D-EFD0-4B9BBBE3733F}"/>
              </a:ext>
            </a:extLst>
          </p:cNvPr>
          <p:cNvSpPr>
            <a:spLocks noGrp="1"/>
          </p:cNvSpPr>
          <p:nvPr>
            <p:ph type="sldNum" sz="quarter" idx="11"/>
          </p:nvPr>
        </p:nvSpPr>
        <p:spPr>
          <a:xfrm>
            <a:off x="8535502" y="4831733"/>
            <a:ext cx="514350" cy="326056"/>
          </a:xfrm>
        </p:spPr>
        <p:txBody>
          <a:bodyPr/>
          <a:lstStyle/>
          <a:p>
            <a:fld id="{4B327F5A-7D8F-4012-9A1A-2197D74A174F}" type="slidenum">
              <a:rPr lang="en-IN" smtClean="0"/>
              <a:pPr/>
              <a:t>‹#›</a:t>
            </a:fld>
            <a:endParaRPr lang="en-IN" dirty="0"/>
          </a:p>
        </p:txBody>
      </p:sp>
      <p:sp>
        <p:nvSpPr>
          <p:cNvPr id="14" name="Title 1">
            <a:extLst>
              <a:ext uri="{FF2B5EF4-FFF2-40B4-BE49-F238E27FC236}">
                <a16:creationId xmlns:a16="http://schemas.microsoft.com/office/drawing/2014/main" id="{A300C8CE-3F16-A12B-7A24-DA8017CA8DCF}"/>
              </a:ext>
            </a:extLst>
          </p:cNvPr>
          <p:cNvSpPr>
            <a:spLocks noGrp="1"/>
          </p:cNvSpPr>
          <p:nvPr>
            <p:ph type="title"/>
          </p:nvPr>
        </p:nvSpPr>
        <p:spPr>
          <a:xfrm>
            <a:off x="442762" y="148739"/>
            <a:ext cx="8349916" cy="507831"/>
          </a:xfrm>
        </p:spPr>
        <p:txBody>
          <a:bodyPr anchor="ctr"/>
          <a:lstStyle>
            <a:lvl1pPr algn="l">
              <a:lnSpc>
                <a:spcPct val="100000"/>
              </a:lnSpc>
              <a:defRPr>
                <a:solidFill>
                  <a:srgbClr val="005094"/>
                </a:solidFill>
              </a:defRPr>
            </a:lvl1pPr>
          </a:lstStyle>
          <a:p>
            <a:r>
              <a:rPr lang="en-US" dirty="0"/>
              <a:t>Click to edit Master title style</a:t>
            </a:r>
          </a:p>
        </p:txBody>
      </p:sp>
    </p:spTree>
    <p:extLst>
      <p:ext uri="{BB962C8B-B14F-4D97-AF65-F5344CB8AC3E}">
        <p14:creationId xmlns:p14="http://schemas.microsoft.com/office/powerpoint/2010/main" val="4229649503"/>
      </p:ext>
    </p:extLst>
  </p:cSld>
  <p:clrMapOvr>
    <a:masterClrMapping/>
  </p:clrMapOvr>
  <p:transition>
    <p:fade/>
  </p:transition>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4_Head Only Slid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052B372A-77B5-31B3-E290-AB03B8680C3A}"/>
              </a:ext>
            </a:extLst>
          </p:cNvPr>
          <p:cNvSpPr>
            <a:spLocks noGrp="1"/>
          </p:cNvSpPr>
          <p:nvPr>
            <p:ph type="title"/>
          </p:nvPr>
        </p:nvSpPr>
        <p:spPr>
          <a:xfrm>
            <a:off x="442762" y="148739"/>
            <a:ext cx="8349916" cy="507831"/>
          </a:xfrm>
        </p:spPr>
        <p:txBody>
          <a:bodyPr anchor="ctr"/>
          <a:lstStyle>
            <a:lvl1pPr algn="l">
              <a:lnSpc>
                <a:spcPct val="100000"/>
              </a:lnSpc>
              <a:defRPr>
                <a:solidFill>
                  <a:srgbClr val="005094"/>
                </a:solidFill>
              </a:defRPr>
            </a:lvl1pPr>
          </a:lstStyle>
          <a:p>
            <a:r>
              <a:rPr lang="en-US" dirty="0"/>
              <a:t>Click to edit Master title style</a:t>
            </a:r>
          </a:p>
        </p:txBody>
      </p:sp>
      <p:sp>
        <p:nvSpPr>
          <p:cNvPr id="6" name="Slide Number Placeholder 7">
            <a:extLst>
              <a:ext uri="{FF2B5EF4-FFF2-40B4-BE49-F238E27FC236}">
                <a16:creationId xmlns:a16="http://schemas.microsoft.com/office/drawing/2014/main" id="{29FCD054-2ACB-3400-A961-62B89EF00924}"/>
              </a:ext>
            </a:extLst>
          </p:cNvPr>
          <p:cNvSpPr>
            <a:spLocks noGrp="1"/>
          </p:cNvSpPr>
          <p:nvPr>
            <p:ph type="sldNum" sz="quarter" idx="14"/>
          </p:nvPr>
        </p:nvSpPr>
        <p:spPr>
          <a:xfrm>
            <a:off x="8535503" y="4831733"/>
            <a:ext cx="514350" cy="326056"/>
          </a:xfrm>
        </p:spPr>
        <p:txBody>
          <a:bodyPr/>
          <a:lstStyle/>
          <a:p>
            <a:fld id="{4B327F5A-7D8F-4012-9A1A-2197D74A174F}" type="slidenum">
              <a:rPr lang="en-IN" smtClean="0"/>
              <a:pPr/>
              <a:t>‹#›</a:t>
            </a:fld>
            <a:endParaRPr lang="en-IN" dirty="0"/>
          </a:p>
        </p:txBody>
      </p:sp>
    </p:spTree>
    <p:extLst>
      <p:ext uri="{BB962C8B-B14F-4D97-AF65-F5344CB8AC3E}">
        <p14:creationId xmlns:p14="http://schemas.microsoft.com/office/powerpoint/2010/main" val="2560904071"/>
      </p:ext>
    </p:extLst>
  </p:cSld>
  <p:clrMapOvr>
    <a:masterClrMapping/>
  </p:clrMapOvr>
  <p:transition>
    <p:fade/>
  </p:transition>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Blank Slide">
    <p:spTree>
      <p:nvGrpSpPr>
        <p:cNvPr id="1" name=""/>
        <p:cNvGrpSpPr/>
        <p:nvPr/>
      </p:nvGrpSpPr>
      <p:grpSpPr>
        <a:xfrm>
          <a:off x="0" y="0"/>
          <a:ext cx="0" cy="0"/>
          <a:chOff x="0" y="0"/>
          <a:chExt cx="0" cy="0"/>
        </a:xfrm>
      </p:grpSpPr>
      <p:sp>
        <p:nvSpPr>
          <p:cNvPr id="3" name="Slide Number Placeholder 7">
            <a:extLst>
              <a:ext uri="{FF2B5EF4-FFF2-40B4-BE49-F238E27FC236}">
                <a16:creationId xmlns:a16="http://schemas.microsoft.com/office/drawing/2014/main" id="{550F4DCF-0EC0-663F-41C6-AC6F61393C5D}"/>
              </a:ext>
            </a:extLst>
          </p:cNvPr>
          <p:cNvSpPr>
            <a:spLocks noGrp="1"/>
          </p:cNvSpPr>
          <p:nvPr>
            <p:ph type="sldNum" sz="quarter" idx="14"/>
          </p:nvPr>
        </p:nvSpPr>
        <p:spPr>
          <a:xfrm>
            <a:off x="8535503" y="4831733"/>
            <a:ext cx="514350" cy="326056"/>
          </a:xfrm>
        </p:spPr>
        <p:txBody>
          <a:bodyPr/>
          <a:lstStyle/>
          <a:p>
            <a:fld id="{4B327F5A-7D8F-4012-9A1A-2197D74A174F}" type="slidenum">
              <a:rPr lang="en-IN" smtClean="0"/>
              <a:pPr/>
              <a:t>‹#›</a:t>
            </a:fld>
            <a:endParaRPr lang="en-IN" dirty="0"/>
          </a:p>
        </p:txBody>
      </p:sp>
    </p:spTree>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Quote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036639" y="998545"/>
            <a:ext cx="7072312" cy="2169825"/>
          </a:xfrm>
        </p:spPr>
        <p:txBody>
          <a:bodyPr vert="horz" wrap="square" lIns="91440" tIns="45720" rIns="91440" bIns="45720" rtlCol="0" anchor="b" anchorCtr="0">
            <a:spAutoFit/>
          </a:bodyPr>
          <a:lstStyle>
            <a:lvl1pPr marL="280988" indent="-91440">
              <a:lnSpc>
                <a:spcPct val="90000"/>
              </a:lnSpc>
              <a:defRPr lang="en-US" sz="3000" kern="2200" spc="0" baseline="0" dirty="0">
                <a:latin typeface="+mn-lt"/>
              </a:defRPr>
            </a:lvl1pPr>
          </a:lstStyle>
          <a:p>
            <a:pPr lvl="0"/>
            <a:r>
              <a:rPr lang="en-US" dirty="0"/>
              <a:t>“Lorem ipsum dolor sit </a:t>
            </a:r>
            <a:r>
              <a:rPr lang="en-US" dirty="0" err="1"/>
              <a:t>amet</a:t>
            </a:r>
            <a:r>
              <a:rPr lang="en-US" dirty="0"/>
              <a:t>, </a:t>
            </a:r>
            <a:r>
              <a:rPr lang="en-US" dirty="0" err="1"/>
              <a:t>consectetur</a:t>
            </a:r>
            <a:r>
              <a:rPr lang="en-US" dirty="0"/>
              <a:t> </a:t>
            </a:r>
            <a:r>
              <a:rPr lang="en-US" dirty="0" err="1"/>
              <a:t>adipiscing</a:t>
            </a:r>
            <a:r>
              <a:rPr lang="en-US" dirty="0"/>
              <a:t> </a:t>
            </a:r>
            <a:r>
              <a:rPr lang="en-US" dirty="0" err="1"/>
              <a:t>elit</a:t>
            </a:r>
            <a:r>
              <a:rPr lang="en-US" dirty="0"/>
              <a:t>. </a:t>
            </a:r>
            <a:r>
              <a:rPr lang="en-US" dirty="0" err="1"/>
              <a:t>Aliquam</a:t>
            </a:r>
            <a:r>
              <a:rPr lang="en-US" dirty="0"/>
              <a:t> </a:t>
            </a:r>
            <a:r>
              <a:rPr lang="en-US" dirty="0" err="1"/>
              <a:t>eu</a:t>
            </a:r>
            <a:r>
              <a:rPr lang="en-US" dirty="0"/>
              <a:t> </a:t>
            </a:r>
            <a:r>
              <a:rPr lang="en-US" dirty="0" err="1"/>
              <a:t>diam</a:t>
            </a:r>
            <a:r>
              <a:rPr lang="en-US" dirty="0"/>
              <a:t> </a:t>
            </a:r>
            <a:r>
              <a:rPr lang="en-US" dirty="0" err="1"/>
              <a:t>viverra</a:t>
            </a:r>
            <a:r>
              <a:rPr lang="en-US" dirty="0"/>
              <a:t>, semper </a:t>
            </a:r>
            <a:r>
              <a:rPr lang="en-US" dirty="0" err="1"/>
              <a:t>odio</a:t>
            </a:r>
            <a:r>
              <a:rPr lang="en-US" dirty="0"/>
              <a:t> </a:t>
            </a:r>
            <a:r>
              <a:rPr lang="en-US" dirty="0" err="1"/>
              <a:t>eu</a:t>
            </a:r>
            <a:r>
              <a:rPr lang="en-US" dirty="0"/>
              <a:t>, </a:t>
            </a:r>
            <a:r>
              <a:rPr lang="en-US" dirty="0" err="1"/>
              <a:t>interdum</a:t>
            </a:r>
            <a:r>
              <a:rPr lang="en-US" dirty="0"/>
              <a:t> </a:t>
            </a:r>
            <a:r>
              <a:rPr lang="en-US" dirty="0" err="1"/>
              <a:t>turpis</a:t>
            </a:r>
            <a:r>
              <a:rPr lang="en-US" dirty="0"/>
              <a:t>. </a:t>
            </a:r>
            <a:r>
              <a:rPr lang="en-US" dirty="0" err="1"/>
              <a:t>Proin</a:t>
            </a:r>
            <a:r>
              <a:rPr lang="en-US" dirty="0"/>
              <a:t> </a:t>
            </a:r>
            <a:r>
              <a:rPr lang="en-US" dirty="0" err="1"/>
              <a:t>placerat</a:t>
            </a:r>
            <a:r>
              <a:rPr lang="en-US" dirty="0"/>
              <a:t> ipsum mi, ac </a:t>
            </a:r>
            <a:r>
              <a:rPr lang="en-US" dirty="0" err="1"/>
              <a:t>sodales</a:t>
            </a:r>
            <a:r>
              <a:rPr lang="en-US" dirty="0"/>
              <a:t> </a:t>
            </a:r>
            <a:r>
              <a:rPr lang="en-US" dirty="0" err="1"/>
              <a:t>tellus</a:t>
            </a:r>
            <a:r>
              <a:rPr lang="en-US" dirty="0"/>
              <a:t> </a:t>
            </a:r>
            <a:r>
              <a:rPr lang="en-US" dirty="0" err="1"/>
              <a:t>congue</a:t>
            </a:r>
            <a:r>
              <a:rPr lang="en-US" dirty="0"/>
              <a:t> </a:t>
            </a:r>
            <a:r>
              <a:rPr lang="en-US" dirty="0" err="1"/>
              <a:t>amet</a:t>
            </a:r>
            <a:r>
              <a:rPr lang="en-US" dirty="0"/>
              <a:t> dolor.”</a:t>
            </a:r>
          </a:p>
        </p:txBody>
      </p:sp>
      <p:sp>
        <p:nvSpPr>
          <p:cNvPr id="3" name="Content Placeholder 2"/>
          <p:cNvSpPr>
            <a:spLocks noGrp="1"/>
          </p:cNvSpPr>
          <p:nvPr>
            <p:ph idx="1" hasCustomPrompt="1"/>
          </p:nvPr>
        </p:nvSpPr>
        <p:spPr>
          <a:xfrm>
            <a:off x="1036637" y="3383309"/>
            <a:ext cx="7072313" cy="541425"/>
          </a:xfrm>
        </p:spPr>
        <p:txBody>
          <a:bodyPr vert="horz" wrap="square" lIns="91440" tIns="45720" rIns="91440" bIns="45720" rtlCol="0">
            <a:noAutofit/>
          </a:bodyPr>
          <a:lstStyle>
            <a:lvl1pPr marL="0" indent="0" algn="r">
              <a:spcBef>
                <a:spcPts val="300"/>
              </a:spcBef>
              <a:buNone/>
              <a:defRPr lang="en-US" sz="1800" baseline="0" dirty="0" smtClean="0">
                <a:solidFill>
                  <a:srgbClr val="525252"/>
                </a:solidFill>
                <a:latin typeface="+mn-lt"/>
              </a:defRPr>
            </a:lvl1pPr>
            <a:lvl2pPr marL="230187" indent="0">
              <a:buNone/>
              <a:defRPr lang="en-US" dirty="0" smtClean="0"/>
            </a:lvl2pPr>
            <a:lvl3pPr marL="515937" indent="0">
              <a:buNone/>
              <a:defRPr lang="en-US" dirty="0" smtClean="0"/>
            </a:lvl3pPr>
            <a:lvl4pPr marL="800100" indent="0">
              <a:buNone/>
              <a:defRPr lang="en-US" dirty="0" smtClean="0"/>
            </a:lvl4pPr>
            <a:lvl5pPr marL="1085850" indent="0">
              <a:buNone/>
              <a:defRPr lang="en-US" dirty="0"/>
            </a:lvl5pPr>
          </a:lstStyle>
          <a:p>
            <a:pPr lvl="0"/>
            <a:r>
              <a:rPr lang="en-US" dirty="0"/>
              <a:t>—Author’s Name</a:t>
            </a:r>
          </a:p>
        </p:txBody>
      </p:sp>
      <p:sp>
        <p:nvSpPr>
          <p:cNvPr id="5" name="Slide Number Placeholder 7">
            <a:extLst>
              <a:ext uri="{FF2B5EF4-FFF2-40B4-BE49-F238E27FC236}">
                <a16:creationId xmlns:a16="http://schemas.microsoft.com/office/drawing/2014/main" id="{DD649393-7F7F-376A-0550-E4D3CFFD7A9A}"/>
              </a:ext>
            </a:extLst>
          </p:cNvPr>
          <p:cNvSpPr>
            <a:spLocks noGrp="1"/>
          </p:cNvSpPr>
          <p:nvPr>
            <p:ph type="sldNum" sz="quarter" idx="14"/>
          </p:nvPr>
        </p:nvSpPr>
        <p:spPr>
          <a:xfrm>
            <a:off x="8535503" y="4831733"/>
            <a:ext cx="514350" cy="326056"/>
          </a:xfrm>
        </p:spPr>
        <p:txBody>
          <a:bodyPr/>
          <a:lstStyle/>
          <a:p>
            <a:fld id="{4B327F5A-7D8F-4012-9A1A-2197D74A174F}" type="slidenum">
              <a:rPr lang="en-IN" smtClean="0"/>
              <a:pPr/>
              <a:t>‹#›</a:t>
            </a:fld>
            <a:endParaRPr lang="en-IN" dirty="0"/>
          </a:p>
        </p:txBody>
      </p:sp>
    </p:spTree>
    <p:extLst>
      <p:ext uri="{BB962C8B-B14F-4D97-AF65-F5344CB8AC3E}">
        <p14:creationId xmlns:p14="http://schemas.microsoft.com/office/powerpoint/2010/main" val="255213682"/>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Closing Slid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CEE34C1-3461-53B5-31B6-6C5EA7C7518D}"/>
              </a:ext>
            </a:extLst>
          </p:cNvPr>
          <p:cNvSpPr/>
          <p:nvPr userDrawn="1"/>
        </p:nvSpPr>
        <p:spPr bwMode="auto">
          <a:xfrm>
            <a:off x="0" y="0"/>
            <a:ext cx="9143999" cy="5143500"/>
          </a:xfrm>
          <a:prstGeom prst="rect">
            <a:avLst/>
          </a:prstGeom>
          <a:solidFill>
            <a:srgbClr val="005094"/>
          </a:solidFill>
          <a:ln w="19050" algn="ctr">
            <a:noFill/>
            <a:miter lim="800000"/>
            <a:headEnd/>
            <a:tailEnd/>
          </a:ln>
        </p:spPr>
        <p:txBody>
          <a:bodyPr wrap="none" rtlCol="0" anchor="ctr"/>
          <a:lstStyle/>
          <a:p>
            <a:pPr algn="ctr">
              <a:lnSpc>
                <a:spcPct val="90000"/>
              </a:lnSpc>
            </a:pPr>
            <a:endParaRPr lang="en-US" sz="1600" b="1" dirty="0" err="1">
              <a:solidFill>
                <a:schemeClr val="bg1"/>
              </a:solidFill>
              <a:latin typeface="+mj-lt"/>
            </a:endParaRPr>
          </a:p>
        </p:txBody>
      </p:sp>
      <p:pic>
        <p:nvPicPr>
          <p:cNvPr id="6" name="Picture 5" descr="A black and white sign with white text&#10;&#10;Description automatically generated">
            <a:extLst>
              <a:ext uri="{FF2B5EF4-FFF2-40B4-BE49-F238E27FC236}">
                <a16:creationId xmlns:a16="http://schemas.microsoft.com/office/drawing/2014/main" id="{3BC0876D-534B-C445-D5AC-3F90E89F505D}"/>
              </a:ext>
            </a:extLst>
          </p:cNvPr>
          <p:cNvPicPr>
            <a:picLocks noChangeAspect="1"/>
          </p:cNvPicPr>
          <p:nvPr userDrawn="1"/>
        </p:nvPicPr>
        <p:blipFill>
          <a:blip r:embed="rId2"/>
          <a:stretch>
            <a:fillRect/>
          </a:stretch>
        </p:blipFill>
        <p:spPr>
          <a:xfrm>
            <a:off x="820477" y="355946"/>
            <a:ext cx="3535363" cy="814976"/>
          </a:xfrm>
          <a:prstGeom prst="rect">
            <a:avLst/>
          </a:prstGeom>
        </p:spPr>
      </p:pic>
      <p:sp>
        <p:nvSpPr>
          <p:cNvPr id="8" name="Title 1">
            <a:extLst>
              <a:ext uri="{FF2B5EF4-FFF2-40B4-BE49-F238E27FC236}">
                <a16:creationId xmlns:a16="http://schemas.microsoft.com/office/drawing/2014/main" id="{0A8F41F8-F19F-D315-422E-A1602CCDB20C}"/>
              </a:ext>
            </a:extLst>
          </p:cNvPr>
          <p:cNvSpPr>
            <a:spLocks noGrp="1"/>
          </p:cNvSpPr>
          <p:nvPr>
            <p:ph type="ctrTitle"/>
          </p:nvPr>
        </p:nvSpPr>
        <p:spPr>
          <a:xfrm>
            <a:off x="1036637" y="2445200"/>
            <a:ext cx="6950076" cy="517065"/>
          </a:xfrm>
        </p:spPr>
        <p:txBody>
          <a:bodyPr/>
          <a:lstStyle>
            <a:lvl1pPr algn="l">
              <a:defRPr sz="3600">
                <a:solidFill>
                  <a:schemeClr val="bg1"/>
                </a:solidFill>
              </a:defRPr>
            </a:lvl1pPr>
          </a:lstStyle>
          <a:p>
            <a:r>
              <a:rPr lang="en-US" dirty="0"/>
              <a:t>Click to edit Master title style</a:t>
            </a:r>
            <a:endParaRPr lang="en-GB" dirty="0"/>
          </a:p>
        </p:txBody>
      </p:sp>
      <p:sp>
        <p:nvSpPr>
          <p:cNvPr id="11" name="Rectangle 10">
            <a:extLst>
              <a:ext uri="{FF2B5EF4-FFF2-40B4-BE49-F238E27FC236}">
                <a16:creationId xmlns:a16="http://schemas.microsoft.com/office/drawing/2014/main" id="{DC3D7F17-64E9-A89C-A05F-98433E474297}"/>
              </a:ext>
            </a:extLst>
          </p:cNvPr>
          <p:cNvSpPr>
            <a:spLocks noChangeAspect="1"/>
          </p:cNvSpPr>
          <p:nvPr userDrawn="1"/>
        </p:nvSpPr>
        <p:spPr bwMode="auto">
          <a:xfrm>
            <a:off x="4569620" y="-63500"/>
            <a:ext cx="4725076" cy="5256000"/>
          </a:xfrm>
          <a:prstGeom prst="rect">
            <a:avLst/>
          </a:prstGeom>
          <a:blipFill dpi="0" rotWithShape="1">
            <a:blip r:embed="rId3">
              <a:alphaModFix amt="17000"/>
            </a:blip>
            <a:srcRect/>
            <a:stretch>
              <a:fillRect/>
            </a:stretch>
          </a:blipFill>
          <a:ln w="19050" algn="ctr">
            <a:noFill/>
            <a:miter lim="800000"/>
            <a:headEnd/>
            <a:tailEnd/>
          </a:ln>
        </p:spPr>
        <p:txBody>
          <a:bodyPr wrap="none" rtlCol="0" anchor="ctr"/>
          <a:lstStyle/>
          <a:p>
            <a:pPr algn="ctr">
              <a:lnSpc>
                <a:spcPct val="90000"/>
              </a:lnSpc>
            </a:pPr>
            <a:endParaRPr lang="en-IN" sz="1600" b="1" dirty="0" err="1">
              <a:solidFill>
                <a:schemeClr val="bg1"/>
              </a:solidFill>
              <a:latin typeface="+mj-lt"/>
            </a:endParaRPr>
          </a:p>
        </p:txBody>
      </p:sp>
      <p:sp>
        <p:nvSpPr>
          <p:cNvPr id="12" name="Slide Number Placeholder 7">
            <a:extLst>
              <a:ext uri="{FF2B5EF4-FFF2-40B4-BE49-F238E27FC236}">
                <a16:creationId xmlns:a16="http://schemas.microsoft.com/office/drawing/2014/main" id="{AF9A6E86-2C50-5A08-8E59-26135CF1280F}"/>
              </a:ext>
            </a:extLst>
          </p:cNvPr>
          <p:cNvSpPr>
            <a:spLocks noGrp="1"/>
          </p:cNvSpPr>
          <p:nvPr>
            <p:ph type="sldNum" sz="quarter" idx="14"/>
          </p:nvPr>
        </p:nvSpPr>
        <p:spPr>
          <a:xfrm>
            <a:off x="8535503" y="4831733"/>
            <a:ext cx="514350" cy="326056"/>
          </a:xfrm>
        </p:spPr>
        <p:txBody>
          <a:bodyPr/>
          <a:lstStyle/>
          <a:p>
            <a:fld id="{4B327F5A-7D8F-4012-9A1A-2197D74A174F}" type="slidenum">
              <a:rPr lang="en-IN" smtClean="0"/>
              <a:pPr/>
              <a:t>‹#›</a:t>
            </a:fld>
            <a:endParaRPr lang="en-IN" dirty="0"/>
          </a:p>
        </p:txBody>
      </p:sp>
    </p:spTree>
    <p:extLst>
      <p:ext uri="{BB962C8B-B14F-4D97-AF65-F5344CB8AC3E}">
        <p14:creationId xmlns:p14="http://schemas.microsoft.com/office/powerpoint/2010/main" val="2979827374"/>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000" b="0" i="0">
                <a:solidFill>
                  <a:srgbClr val="005093"/>
                </a:solidFill>
                <a:latin typeface="Arial MT"/>
                <a:cs typeface="Arial MT"/>
              </a:defRPr>
            </a:lvl1pPr>
          </a:lstStyle>
          <a:p>
            <a:endParaRPr/>
          </a:p>
        </p:txBody>
      </p:sp>
      <p:sp>
        <p:nvSpPr>
          <p:cNvPr id="3" name="Holder 3"/>
          <p:cNvSpPr>
            <a:spLocks noGrp="1"/>
          </p:cNvSpPr>
          <p:nvPr>
            <p:ph type="body" idx="1"/>
          </p:nvPr>
        </p:nvSpPr>
        <p:spPr/>
        <p:txBody>
          <a:bodyPr lIns="0" tIns="0" rIns="0" bIns="0"/>
          <a:lstStyle>
            <a:lvl1pPr>
              <a:defRPr sz="1800" b="0" i="0">
                <a:solidFill>
                  <a:srgbClr val="525252"/>
                </a:solidFill>
                <a:latin typeface="Arial MT"/>
                <a:cs typeface="Arial MT"/>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12/19/2025</a:t>
            </a:fld>
            <a:endParaRPr lang="en-US"/>
          </a:p>
        </p:txBody>
      </p:sp>
      <p:sp>
        <p:nvSpPr>
          <p:cNvPr id="6" name="Holder 6"/>
          <p:cNvSpPr>
            <a:spLocks noGrp="1"/>
          </p:cNvSpPr>
          <p:nvPr>
            <p:ph type="sldNum" sz="quarter" idx="7"/>
          </p:nvPr>
        </p:nvSpPr>
        <p:spPr/>
        <p:txBody>
          <a:bodyPr lIns="0" tIns="0" rIns="0" bIns="0"/>
          <a:lstStyle>
            <a:lvl1pPr>
              <a:defRPr sz="1200" b="0" i="0">
                <a:solidFill>
                  <a:schemeClr val="bg1"/>
                </a:solidFill>
                <a:latin typeface="Arial MT"/>
                <a:cs typeface="Arial MT"/>
              </a:defRPr>
            </a:lvl1pPr>
          </a:lstStyle>
          <a:p>
            <a:pPr marL="111125">
              <a:lnSpc>
                <a:spcPts val="1425"/>
              </a:lnSpc>
            </a:pPr>
            <a:fld id="{81D60167-4931-47E6-BA6A-407CBD079E47}" type="slidenum">
              <a:rPr spc="-50" dirty="0"/>
              <a:t>‹#›</a:t>
            </a:fld>
            <a:endParaRPr spc="-50"/>
          </a:p>
        </p:txBody>
      </p:sp>
    </p:spTree>
    <p:extLst>
      <p:ext uri="{BB962C8B-B14F-4D97-AF65-F5344CB8AC3E}">
        <p14:creationId xmlns:p14="http://schemas.microsoft.com/office/powerpoint/2010/main" val="28497224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Rectangle 5"/>
          <p:cNvSpPr/>
          <p:nvPr userDrawn="1"/>
        </p:nvSpPr>
        <p:spPr bwMode="auto">
          <a:xfrm>
            <a:off x="-2" y="4817444"/>
            <a:ext cx="9143999" cy="326056"/>
          </a:xfrm>
          <a:prstGeom prst="rect">
            <a:avLst/>
          </a:prstGeom>
          <a:gradFill flip="none" rotWithShape="1">
            <a:gsLst>
              <a:gs pos="0">
                <a:srgbClr val="005094"/>
              </a:gs>
              <a:gs pos="50000">
                <a:srgbClr val="005094"/>
              </a:gs>
              <a:gs pos="75000">
                <a:srgbClr val="3A195B"/>
              </a:gs>
            </a:gsLst>
            <a:path path="circle">
              <a:fillToRect l="100000" t="100000"/>
            </a:path>
            <a:tileRect r="-100000" b="-100000"/>
          </a:gradFill>
          <a:ln w="19050" algn="ctr">
            <a:noFill/>
            <a:miter lim="800000"/>
            <a:headEnd/>
            <a:tailEnd/>
          </a:ln>
        </p:spPr>
        <p:txBody>
          <a:bodyPr wrap="none" rtlCol="0" anchor="ctr"/>
          <a:lstStyle/>
          <a:p>
            <a:pPr algn="l">
              <a:lnSpc>
                <a:spcPct val="90000"/>
              </a:lnSpc>
            </a:pPr>
            <a:endParaRPr lang="en-US" sz="1200" b="0" dirty="0">
              <a:solidFill>
                <a:schemeClr val="bg1"/>
              </a:solidFill>
              <a:latin typeface="+mj-lt"/>
            </a:endParaRPr>
          </a:p>
        </p:txBody>
      </p:sp>
      <p:sp>
        <p:nvSpPr>
          <p:cNvPr id="2" name="Title Placeholder 1"/>
          <p:cNvSpPr>
            <a:spLocks noGrp="1"/>
          </p:cNvSpPr>
          <p:nvPr>
            <p:ph type="title"/>
          </p:nvPr>
        </p:nvSpPr>
        <p:spPr>
          <a:xfrm>
            <a:off x="1036638" y="633475"/>
            <a:ext cx="7072312" cy="438582"/>
          </a:xfrm>
          <a:prstGeom prst="rect">
            <a:avLst/>
          </a:prstGeom>
        </p:spPr>
        <p:txBody>
          <a:bodyPr vert="horz" wrap="square" lIns="0" tIns="0" rIns="0" bIns="45720" rtlCol="0" anchor="t" anchorCtr="0">
            <a:spAutoFit/>
          </a:bodyPr>
          <a:lstStyle/>
          <a:p>
            <a:r>
              <a:rPr lang="en-US" dirty="0"/>
              <a:t>Slide Title Here</a:t>
            </a:r>
          </a:p>
        </p:txBody>
      </p:sp>
      <p:sp>
        <p:nvSpPr>
          <p:cNvPr id="3" name="Text Placeholder 2"/>
          <p:cNvSpPr>
            <a:spLocks noGrp="1"/>
          </p:cNvSpPr>
          <p:nvPr>
            <p:ph type="body" idx="1"/>
          </p:nvPr>
        </p:nvSpPr>
        <p:spPr>
          <a:xfrm>
            <a:off x="1036638" y="1108347"/>
            <a:ext cx="7072312" cy="3171045"/>
          </a:xfrm>
          <a:prstGeom prst="rect">
            <a:avLst/>
          </a:prstGeom>
        </p:spPr>
        <p:txBody>
          <a:bodyPr vert="horz" wrap="square" lIns="0" tIns="0" rIns="0" bIns="45720" rtlCol="0">
            <a:noAutofit/>
          </a:bodyPr>
          <a:lstStyle/>
          <a:p>
            <a:pPr lvl="0"/>
            <a:r>
              <a:rPr lang="en-US" dirty="0"/>
              <a:t>Click to edit bullet text</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Picture 8" descr="A blue and black logo&#10;&#10;Description automatically generated">
            <a:extLst>
              <a:ext uri="{FF2B5EF4-FFF2-40B4-BE49-F238E27FC236}">
                <a16:creationId xmlns:a16="http://schemas.microsoft.com/office/drawing/2014/main" id="{56EBD2BB-939E-8183-DA57-9EBF0EB8BEC8}"/>
              </a:ext>
            </a:extLst>
          </p:cNvPr>
          <p:cNvPicPr>
            <a:picLocks noChangeAspect="1"/>
          </p:cNvPicPr>
          <p:nvPr userDrawn="1"/>
        </p:nvPicPr>
        <p:blipFill rotWithShape="1">
          <a:blip r:embed="rId14"/>
          <a:srcRect r="74035"/>
          <a:stretch/>
        </p:blipFill>
        <p:spPr>
          <a:xfrm>
            <a:off x="8366780" y="118792"/>
            <a:ext cx="712936" cy="720000"/>
          </a:xfrm>
          <a:prstGeom prst="rect">
            <a:avLst/>
          </a:prstGeom>
        </p:spPr>
      </p:pic>
      <p:sp>
        <p:nvSpPr>
          <p:cNvPr id="11" name="Slide Number Placeholder 10">
            <a:extLst>
              <a:ext uri="{FF2B5EF4-FFF2-40B4-BE49-F238E27FC236}">
                <a16:creationId xmlns:a16="http://schemas.microsoft.com/office/drawing/2014/main" id="{F99E92E5-B5F9-59B9-2C09-DCBBBD14476A}"/>
              </a:ext>
            </a:extLst>
          </p:cNvPr>
          <p:cNvSpPr>
            <a:spLocks noGrp="1"/>
          </p:cNvSpPr>
          <p:nvPr>
            <p:ph type="sldNum" sz="quarter" idx="4"/>
          </p:nvPr>
        </p:nvSpPr>
        <p:spPr>
          <a:xfrm>
            <a:off x="8466073" y="4932002"/>
            <a:ext cx="514350" cy="326056"/>
          </a:xfrm>
          <a:prstGeom prst="rect">
            <a:avLst/>
          </a:prstGeom>
        </p:spPr>
        <p:txBody>
          <a:bodyPr vert="horz" lIns="91440" tIns="45720" rIns="91440" bIns="45720" rtlCol="0" anchor="ctr"/>
          <a:lstStyle>
            <a:lvl1pPr algn="r">
              <a:defRPr sz="1200">
                <a:solidFill>
                  <a:schemeClr val="bg1"/>
                </a:solidFill>
              </a:defRPr>
            </a:lvl1pPr>
          </a:lstStyle>
          <a:p>
            <a:fld id="{4B327F5A-7D8F-4012-9A1A-2197D74A174F}" type="slidenum">
              <a:rPr lang="en-IN" smtClean="0"/>
              <a:pPr/>
              <a:t>‹#›</a:t>
            </a:fld>
            <a:endParaRPr lang="en-IN" dirty="0"/>
          </a:p>
        </p:txBody>
      </p:sp>
      <p:cxnSp>
        <p:nvCxnSpPr>
          <p:cNvPr id="4" name="Straight Connector 3">
            <a:extLst>
              <a:ext uri="{FF2B5EF4-FFF2-40B4-BE49-F238E27FC236}">
                <a16:creationId xmlns:a16="http://schemas.microsoft.com/office/drawing/2014/main" id="{30F8A716-9FA3-C8CF-6294-DA0CD42E76CF}"/>
              </a:ext>
            </a:extLst>
          </p:cNvPr>
          <p:cNvCxnSpPr/>
          <p:nvPr userDrawn="1"/>
        </p:nvCxnSpPr>
        <p:spPr>
          <a:xfrm>
            <a:off x="0" y="1078706"/>
            <a:ext cx="9144000" cy="0"/>
          </a:xfrm>
          <a:prstGeom prst="line">
            <a:avLst/>
          </a:prstGeom>
          <a:ln w="9525">
            <a:solidFill>
              <a:srgbClr val="3A195B"/>
            </a:solidFill>
          </a:ln>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4014" r:id="rId1"/>
    <p:sldLayoutId id="2147484015" r:id="rId2"/>
    <p:sldLayoutId id="2147484028" r:id="rId3"/>
    <p:sldLayoutId id="2147484023" r:id="rId4"/>
    <p:sldLayoutId id="2147484025" r:id="rId5"/>
    <p:sldLayoutId id="2147484030" r:id="rId6"/>
    <p:sldLayoutId id="2147484029" r:id="rId7"/>
    <p:sldLayoutId id="2147484027" r:id="rId8"/>
    <p:sldLayoutId id="2147483944" r:id="rId9"/>
    <p:sldLayoutId id="2147483940" r:id="rId10"/>
    <p:sldLayoutId id="2147483947" r:id="rId11"/>
    <p:sldLayoutId id="2147484031" r:id="rId12"/>
  </p:sldLayoutIdLst>
  <p:transition>
    <p:fade/>
  </p:transition>
  <p:hf hdr="0" ftr="0" dt="0"/>
  <p:txStyles>
    <p:titleStyle>
      <a:lvl1pPr algn="l" defTabSz="914400" rtl="0" eaLnBrk="1" latinLnBrk="0" hangingPunct="1">
        <a:lnSpc>
          <a:spcPct val="85000"/>
        </a:lnSpc>
        <a:spcBef>
          <a:spcPct val="0"/>
        </a:spcBef>
        <a:buNone/>
        <a:defRPr lang="en-US" sz="3000" b="0" kern="1200" cap="none" spc="0" baseline="0" dirty="0" smtClean="0">
          <a:solidFill>
            <a:srgbClr val="005094"/>
          </a:solidFill>
          <a:latin typeface="+mj-lt"/>
          <a:ea typeface="Roboto" panose="02000000000000000000" pitchFamily="2" charset="0"/>
          <a:cs typeface="Roboto" panose="02000000000000000000" pitchFamily="2" charset="0"/>
        </a:defRPr>
      </a:lvl1pPr>
    </p:titleStyle>
    <p:bodyStyle>
      <a:lvl1pPr marL="168275" indent="-168275" algn="l" defTabSz="914400" rtl="0" eaLnBrk="1" latinLnBrk="0" hangingPunct="1">
        <a:lnSpc>
          <a:spcPct val="100000"/>
        </a:lnSpc>
        <a:spcBef>
          <a:spcPts val="1000"/>
        </a:spcBef>
        <a:buClr>
          <a:srgbClr val="005094"/>
        </a:buClr>
        <a:buFont typeface="Wingdings" panose="05000000000000000000" pitchFamily="2" charset="2"/>
        <a:buChar char="§"/>
        <a:defRPr lang="en-US" sz="1800" b="0" kern="1200" dirty="0" smtClean="0">
          <a:solidFill>
            <a:srgbClr val="525252"/>
          </a:solidFill>
          <a:latin typeface="+mn-lt"/>
          <a:ea typeface="Roboto" panose="02000000000000000000" pitchFamily="2" charset="0"/>
          <a:cs typeface="Roboto" panose="02000000000000000000" pitchFamily="2" charset="0"/>
        </a:defRPr>
      </a:lvl1pPr>
      <a:lvl2pPr marL="457200" indent="-227013" algn="l" defTabSz="914400" rtl="0" eaLnBrk="1" latinLnBrk="0" hangingPunct="1">
        <a:lnSpc>
          <a:spcPct val="100000"/>
        </a:lnSpc>
        <a:spcBef>
          <a:spcPts val="1000"/>
        </a:spcBef>
        <a:buClr>
          <a:srgbClr val="005094"/>
        </a:buClr>
        <a:buFont typeface="Arial" panose="020B0604020202020204" pitchFamily="34" charset="0"/>
        <a:buChar char="•"/>
        <a:defRPr lang="en-US" sz="1800" b="0" kern="1200" dirty="0" smtClean="0">
          <a:solidFill>
            <a:srgbClr val="525252"/>
          </a:solidFill>
          <a:latin typeface="+mn-lt"/>
          <a:ea typeface="Roboto" panose="02000000000000000000" pitchFamily="2" charset="0"/>
          <a:cs typeface="Roboto" panose="02000000000000000000" pitchFamily="2" charset="0"/>
        </a:defRPr>
      </a:lvl2pPr>
      <a:lvl3pPr marL="742950" indent="-227013" algn="l" defTabSz="914400" rtl="0" eaLnBrk="1" latinLnBrk="0" hangingPunct="1">
        <a:lnSpc>
          <a:spcPct val="100000"/>
        </a:lnSpc>
        <a:spcBef>
          <a:spcPts val="1000"/>
        </a:spcBef>
        <a:buClr>
          <a:srgbClr val="005094"/>
        </a:buClr>
        <a:buFont typeface="Arial" panose="020B0604020202020204" pitchFamily="34" charset="0"/>
        <a:buChar char="•"/>
        <a:defRPr lang="en-US" sz="1800" b="0" kern="1200" dirty="0" smtClean="0">
          <a:solidFill>
            <a:srgbClr val="525252"/>
          </a:solidFill>
          <a:latin typeface="+mn-lt"/>
          <a:ea typeface="Roboto" panose="02000000000000000000" pitchFamily="2" charset="0"/>
          <a:cs typeface="Roboto" panose="02000000000000000000" pitchFamily="2" charset="0"/>
        </a:defRPr>
      </a:lvl3pPr>
      <a:lvl4pPr marL="1028700" indent="-228600" algn="l" defTabSz="914400" rtl="0" eaLnBrk="1" latinLnBrk="0" hangingPunct="1">
        <a:lnSpc>
          <a:spcPct val="100000"/>
        </a:lnSpc>
        <a:spcBef>
          <a:spcPts val="1000"/>
        </a:spcBef>
        <a:buClr>
          <a:srgbClr val="005094"/>
        </a:buClr>
        <a:buFont typeface="Arial" panose="020B0604020202020204" pitchFamily="34" charset="0"/>
        <a:buChar char="•"/>
        <a:defRPr lang="en-US" sz="1800" b="0" kern="1200" dirty="0" smtClean="0">
          <a:solidFill>
            <a:srgbClr val="525252"/>
          </a:solidFill>
          <a:latin typeface="+mn-lt"/>
          <a:ea typeface="Roboto" panose="02000000000000000000" pitchFamily="2" charset="0"/>
          <a:cs typeface="Roboto" panose="02000000000000000000" pitchFamily="2" charset="0"/>
        </a:defRPr>
      </a:lvl4pPr>
      <a:lvl5pPr marL="1312863" indent="-227013" algn="l" defTabSz="914400" rtl="0" eaLnBrk="1" latinLnBrk="0" hangingPunct="1">
        <a:lnSpc>
          <a:spcPct val="100000"/>
        </a:lnSpc>
        <a:spcBef>
          <a:spcPts val="1000"/>
        </a:spcBef>
        <a:buClr>
          <a:srgbClr val="005094"/>
        </a:buClr>
        <a:buFont typeface="Arial" panose="020B0604020202020204" pitchFamily="34" charset="0"/>
        <a:buChar char="•"/>
        <a:defRPr lang="en-US" sz="1800" b="0" kern="1200" dirty="0">
          <a:solidFill>
            <a:srgbClr val="525252"/>
          </a:solidFill>
          <a:latin typeface="+mn-lt"/>
          <a:ea typeface="Roboto" panose="02000000000000000000" pitchFamily="2" charset="0"/>
          <a:cs typeface="Roboto" panose="02000000000000000000" pitchFamily="2"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BB697F3F-9EED-8F52-2E31-5C593DDC36C7}"/>
              </a:ext>
            </a:extLst>
          </p:cNvPr>
          <p:cNvSpPr>
            <a:spLocks noGrp="1"/>
          </p:cNvSpPr>
          <p:nvPr>
            <p:ph type="sldNum" sz="quarter" idx="4"/>
          </p:nvPr>
        </p:nvSpPr>
        <p:spPr>
          <a:xfrm>
            <a:off x="8629650" y="4817444"/>
            <a:ext cx="514350" cy="326056"/>
          </a:xfrm>
        </p:spPr>
        <p:txBody>
          <a:bodyPr/>
          <a:lstStyle/>
          <a:p>
            <a:fld id="{4B327F5A-7D8F-4012-9A1A-2197D74A174F}" type="slidenum">
              <a:rPr lang="en-IN" smtClean="0"/>
              <a:pPr/>
              <a:t>1</a:t>
            </a:fld>
            <a:endParaRPr lang="en-IN" dirty="0"/>
          </a:p>
        </p:txBody>
      </p:sp>
      <p:sp>
        <p:nvSpPr>
          <p:cNvPr id="12" name="object 6">
            <a:extLst>
              <a:ext uri="{FF2B5EF4-FFF2-40B4-BE49-F238E27FC236}">
                <a16:creationId xmlns:a16="http://schemas.microsoft.com/office/drawing/2014/main" id="{8C1951C4-93AE-4DB7-B5EA-49D22832BBB9}"/>
              </a:ext>
            </a:extLst>
          </p:cNvPr>
          <p:cNvSpPr txBox="1">
            <a:spLocks noGrp="1"/>
          </p:cNvSpPr>
          <p:nvPr>
            <p:ph type="title"/>
          </p:nvPr>
        </p:nvSpPr>
        <p:spPr>
          <a:xfrm>
            <a:off x="123666" y="1391077"/>
            <a:ext cx="8791510" cy="424347"/>
          </a:xfrm>
          <a:prstGeom prst="rect">
            <a:avLst/>
          </a:prstGeom>
        </p:spPr>
        <p:txBody>
          <a:bodyPr vert="horz" wrap="square" lIns="0" tIns="12700" rIns="0" bIns="0" rtlCol="0" anchor="t">
            <a:spAutoFit/>
          </a:bodyPr>
          <a:lstStyle/>
          <a:p>
            <a:pPr marL="12700" marR="5080">
              <a:lnSpc>
                <a:spcPct val="136200"/>
              </a:lnSpc>
              <a:spcBef>
                <a:spcPts val="100"/>
              </a:spcBef>
            </a:pPr>
            <a:r>
              <a:rPr lang="en-IN" sz="2200" spc="-10" dirty="0">
                <a:solidFill>
                  <a:srgbClr val="FFFFFF"/>
                </a:solidFill>
                <a:latin typeface="Times New Roman" panose="02020603050405020304" pitchFamily="18" charset="0"/>
                <a:cs typeface="Times New Roman" panose="02020603050405020304" pitchFamily="18" charset="0"/>
              </a:rPr>
              <a:t>CAPSTONE PROJECT REVIEW - II</a:t>
            </a:r>
            <a:endParaRPr sz="2200" dirty="0">
              <a:latin typeface="Times New Roman" panose="02020603050405020304" pitchFamily="18" charset="0"/>
              <a:cs typeface="Times New Roman" panose="02020603050405020304" pitchFamily="18" charset="0"/>
            </a:endParaRPr>
          </a:p>
        </p:txBody>
      </p:sp>
      <p:sp>
        <p:nvSpPr>
          <p:cNvPr id="13" name="object 5">
            <a:extLst>
              <a:ext uri="{FF2B5EF4-FFF2-40B4-BE49-F238E27FC236}">
                <a16:creationId xmlns:a16="http://schemas.microsoft.com/office/drawing/2014/main" id="{174A5FDC-374E-4C44-807E-379B8C1A7C48}"/>
              </a:ext>
            </a:extLst>
          </p:cNvPr>
          <p:cNvSpPr txBox="1"/>
          <p:nvPr/>
        </p:nvSpPr>
        <p:spPr>
          <a:xfrm>
            <a:off x="123666" y="2107982"/>
            <a:ext cx="9052825" cy="355225"/>
          </a:xfrm>
          <a:prstGeom prst="rect">
            <a:avLst/>
          </a:prstGeom>
        </p:spPr>
        <p:txBody>
          <a:bodyPr vert="horz" wrap="square" lIns="0" tIns="16510" rIns="0" bIns="0" rtlCol="0" anchor="t">
            <a:spAutoFit/>
          </a:bodyPr>
          <a:lstStyle/>
          <a:p>
            <a:pPr marL="12700">
              <a:spcBef>
                <a:spcPts val="130"/>
              </a:spcBef>
            </a:pPr>
            <a:r>
              <a:rPr lang="en-GB" sz="2200" spc="-10" dirty="0">
                <a:solidFill>
                  <a:srgbClr val="FFFFFF"/>
                </a:solidFill>
                <a:latin typeface="Times New Roman" panose="02020603050405020304" pitchFamily="18" charset="0"/>
                <a:cs typeface="Times New Roman" panose="02020603050405020304" pitchFamily="18" charset="0"/>
              </a:rPr>
              <a:t>AI Smart Attendance and Interactive Learning Ecosystem.</a:t>
            </a:r>
            <a:endParaRPr lang="en-US" sz="2200" spc="-10" dirty="0">
              <a:solidFill>
                <a:srgbClr val="FFFFFF"/>
              </a:solidFill>
              <a:latin typeface="Times New Roman" panose="02020603050405020304" pitchFamily="18" charset="0"/>
              <a:cs typeface="Times New Roman" panose="02020603050405020304" pitchFamily="18" charset="0"/>
            </a:endParaRPr>
          </a:p>
        </p:txBody>
      </p:sp>
      <p:sp>
        <p:nvSpPr>
          <p:cNvPr id="5" name="object 5">
            <a:extLst>
              <a:ext uri="{FF2B5EF4-FFF2-40B4-BE49-F238E27FC236}">
                <a16:creationId xmlns:a16="http://schemas.microsoft.com/office/drawing/2014/main" id="{11B52336-9937-42CE-9CD3-1A9FFF08020F}"/>
              </a:ext>
            </a:extLst>
          </p:cNvPr>
          <p:cNvSpPr txBox="1"/>
          <p:nvPr/>
        </p:nvSpPr>
        <p:spPr>
          <a:xfrm>
            <a:off x="123666" y="3860550"/>
            <a:ext cx="6933202" cy="1119922"/>
          </a:xfrm>
          <a:prstGeom prst="rect">
            <a:avLst/>
          </a:prstGeom>
        </p:spPr>
        <p:txBody>
          <a:bodyPr vert="horz" wrap="square" lIns="0" tIns="16510" rIns="0" bIns="0" rtlCol="0" anchor="t">
            <a:spAutoFit/>
          </a:bodyPr>
          <a:lstStyle/>
          <a:p>
            <a:pPr marL="12700" marR="1725295">
              <a:lnSpc>
                <a:spcPct val="100899"/>
              </a:lnSpc>
            </a:pPr>
            <a:r>
              <a:rPr lang="en-US" dirty="0">
                <a:solidFill>
                  <a:srgbClr val="FFFFFF"/>
                </a:solidFill>
                <a:latin typeface="Times New Roman" panose="02020603050405020304" pitchFamily="18" charset="0"/>
                <a:cs typeface="Times New Roman" panose="02020603050405020304" pitchFamily="18" charset="0"/>
              </a:rPr>
              <a:t>Presented by </a:t>
            </a:r>
          </a:p>
          <a:p>
            <a:pPr marL="12700" marR="1725295">
              <a:lnSpc>
                <a:spcPct val="100899"/>
              </a:lnSpc>
            </a:pPr>
            <a:r>
              <a:rPr lang="en-US" dirty="0" err="1">
                <a:solidFill>
                  <a:srgbClr val="FFFFFF"/>
                </a:solidFill>
                <a:latin typeface="Times New Roman" panose="02020603050405020304" pitchFamily="18" charset="0"/>
                <a:cs typeface="Times New Roman" panose="02020603050405020304" pitchFamily="18" charset="0"/>
              </a:rPr>
              <a:t>Tavva</a:t>
            </a:r>
            <a:r>
              <a:rPr lang="en-US" dirty="0">
                <a:solidFill>
                  <a:srgbClr val="FFFFFF"/>
                </a:solidFill>
                <a:latin typeface="Times New Roman" panose="02020603050405020304" pitchFamily="18" charset="0"/>
                <a:cs typeface="Times New Roman" panose="02020603050405020304" pitchFamily="18" charset="0"/>
              </a:rPr>
              <a:t> Sandeep Kumar Reddy(</a:t>
            </a:r>
            <a:r>
              <a:rPr lang="en-US" spc="-10" dirty="0">
                <a:solidFill>
                  <a:srgbClr val="FFFFFF"/>
                </a:solidFill>
                <a:latin typeface="Times New Roman" panose="02020603050405020304" pitchFamily="18" charset="0"/>
                <a:cs typeface="Times New Roman" panose="02020603050405020304" pitchFamily="18" charset="0"/>
              </a:rPr>
              <a:t>23951A66H0)</a:t>
            </a:r>
            <a:r>
              <a:rPr lang="en-US" dirty="0">
                <a:solidFill>
                  <a:srgbClr val="FFFFFF"/>
                </a:solidFill>
                <a:latin typeface="Times New Roman" panose="02020603050405020304" pitchFamily="18" charset="0"/>
                <a:cs typeface="Times New Roman" panose="02020603050405020304" pitchFamily="18" charset="0"/>
              </a:rPr>
              <a:t>, </a:t>
            </a:r>
          </a:p>
          <a:p>
            <a:pPr marL="12700" marR="1725295">
              <a:lnSpc>
                <a:spcPct val="100899"/>
              </a:lnSpc>
            </a:pPr>
            <a:r>
              <a:rPr lang="en-US" spc="-10" dirty="0">
                <a:solidFill>
                  <a:srgbClr val="FFFFFF"/>
                </a:solidFill>
                <a:latin typeface="Times New Roman" panose="02020603050405020304" pitchFamily="18" charset="0"/>
                <a:cs typeface="Times New Roman" panose="02020603050405020304" pitchFamily="18" charset="0"/>
              </a:rPr>
              <a:t>Pavan </a:t>
            </a:r>
            <a:r>
              <a:rPr lang="en-US" dirty="0">
                <a:solidFill>
                  <a:srgbClr val="FFFFFF"/>
                </a:solidFill>
                <a:latin typeface="Times New Roman" panose="02020603050405020304" pitchFamily="18" charset="0"/>
                <a:cs typeface="Times New Roman" panose="02020603050405020304" pitchFamily="18" charset="0"/>
              </a:rPr>
              <a:t>(</a:t>
            </a:r>
            <a:r>
              <a:rPr lang="en-US" spc="-10" dirty="0">
                <a:solidFill>
                  <a:srgbClr val="FFFFFF"/>
                </a:solidFill>
                <a:latin typeface="Times New Roman" panose="02020603050405020304" pitchFamily="18" charset="0"/>
                <a:cs typeface="Times New Roman" panose="02020603050405020304" pitchFamily="18" charset="0"/>
              </a:rPr>
              <a:t>23951A66C0)</a:t>
            </a:r>
            <a:r>
              <a:rPr lang="en-US" dirty="0">
                <a:solidFill>
                  <a:srgbClr val="FFFFFF"/>
                </a:solidFill>
                <a:latin typeface="Times New Roman" panose="02020603050405020304" pitchFamily="18" charset="0"/>
                <a:cs typeface="Times New Roman" panose="02020603050405020304" pitchFamily="18" charset="0"/>
              </a:rPr>
              <a:t>, </a:t>
            </a:r>
          </a:p>
          <a:p>
            <a:pPr marL="12700" marR="1725295">
              <a:lnSpc>
                <a:spcPct val="100899"/>
              </a:lnSpc>
            </a:pPr>
            <a:r>
              <a:rPr lang="en-US" dirty="0">
                <a:solidFill>
                  <a:srgbClr val="FFFFFF"/>
                </a:solidFill>
                <a:latin typeface="Times New Roman" panose="02020603050405020304" pitchFamily="18" charset="0"/>
                <a:cs typeface="Times New Roman" panose="02020603050405020304" pitchFamily="18" charset="0"/>
              </a:rPr>
              <a:t>Kishore(24955A6651).</a:t>
            </a:r>
            <a:endParaRPr lang="en-US" dirty="0">
              <a:solidFill>
                <a:srgbClr val="000000"/>
              </a:solidFill>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A7FF5F14-B7D7-4625-A8EF-1B0BE817536D}"/>
              </a:ext>
            </a:extLst>
          </p:cNvPr>
          <p:cNvSpPr txBox="1"/>
          <p:nvPr/>
        </p:nvSpPr>
        <p:spPr bwMode="auto">
          <a:xfrm>
            <a:off x="5788180" y="3701244"/>
            <a:ext cx="3388311" cy="1200329"/>
          </a:xfrm>
          <a:prstGeom prst="rect">
            <a:avLst/>
          </a:prstGeom>
          <a:noFill/>
          <a:ln w="19050" algn="ctr">
            <a:noFill/>
            <a:miter lim="800000"/>
            <a:headEnd/>
            <a:tailEnd/>
          </a:ln>
        </p:spPr>
        <p:txBody>
          <a:bodyPr wrap="square">
            <a:spAutoFit/>
          </a:bodyPr>
          <a:lstStyle/>
          <a:p>
            <a:r>
              <a:rPr lang="en-US" dirty="0">
                <a:solidFill>
                  <a:srgbClr val="FFFFFF"/>
                </a:solidFill>
                <a:latin typeface="Times New Roman" panose="02020603050405020304" pitchFamily="18" charset="0"/>
                <a:cs typeface="Times New Roman" panose="02020603050405020304" pitchFamily="18" charset="0"/>
              </a:rPr>
              <a:t>Under the guidance of  </a:t>
            </a:r>
          </a:p>
          <a:p>
            <a:r>
              <a:rPr lang="en-GB" spc="-10" dirty="0">
                <a:solidFill>
                  <a:srgbClr val="FFFFFF"/>
                </a:solidFill>
                <a:latin typeface="Times New Roman" panose="02020603050405020304" pitchFamily="18" charset="0"/>
                <a:cs typeface="Times New Roman" panose="02020603050405020304" pitchFamily="18" charset="0"/>
              </a:rPr>
              <a:t>Dr. Shaik </a:t>
            </a:r>
            <a:r>
              <a:rPr lang="en-GB" spc="-10" dirty="0" err="1">
                <a:solidFill>
                  <a:srgbClr val="FFFFFF"/>
                </a:solidFill>
                <a:latin typeface="Times New Roman" panose="02020603050405020304" pitchFamily="18" charset="0"/>
                <a:cs typeface="Times New Roman" panose="02020603050405020304" pitchFamily="18" charset="0"/>
              </a:rPr>
              <a:t>Jakeer</a:t>
            </a:r>
            <a:r>
              <a:rPr lang="en-GB" spc="-10" dirty="0">
                <a:solidFill>
                  <a:srgbClr val="FFFFFF"/>
                </a:solidFill>
                <a:latin typeface="Times New Roman" panose="02020603050405020304" pitchFamily="18" charset="0"/>
                <a:cs typeface="Times New Roman" panose="02020603050405020304" pitchFamily="18" charset="0"/>
              </a:rPr>
              <a:t> Hussain, Associate Professor</a:t>
            </a:r>
            <a:r>
              <a:rPr lang="en-US" spc="-10" dirty="0">
                <a:solidFill>
                  <a:srgbClr val="FFFFFF"/>
                </a:solidFill>
                <a:latin typeface="Times New Roman" panose="02020603050405020304" pitchFamily="18" charset="0"/>
                <a:cs typeface="Times New Roman" panose="02020603050405020304" pitchFamily="18" charset="0"/>
              </a:rPr>
              <a:t>,</a:t>
            </a:r>
          </a:p>
          <a:p>
            <a:r>
              <a:rPr lang="en-US" spc="-10" dirty="0">
                <a:solidFill>
                  <a:srgbClr val="FFFFFF"/>
                </a:solidFill>
                <a:latin typeface="Times New Roman" panose="02020603050405020304" pitchFamily="18" charset="0"/>
                <a:cs typeface="Times New Roman" panose="02020603050405020304" pitchFamily="18" charset="0"/>
              </a:rPr>
              <a:t>CSE – (AI &amp; ML).</a:t>
            </a:r>
            <a:endParaRPr lang="en-IN" dirty="0"/>
          </a:p>
        </p:txBody>
      </p:sp>
      <p:sp>
        <p:nvSpPr>
          <p:cNvPr id="9" name="object 6">
            <a:extLst>
              <a:ext uri="{FF2B5EF4-FFF2-40B4-BE49-F238E27FC236}">
                <a16:creationId xmlns:a16="http://schemas.microsoft.com/office/drawing/2014/main" id="{951E22A2-205D-43E4-85C7-5AF3D8EA7555}"/>
              </a:ext>
            </a:extLst>
          </p:cNvPr>
          <p:cNvSpPr txBox="1">
            <a:spLocks/>
          </p:cNvSpPr>
          <p:nvPr/>
        </p:nvSpPr>
        <p:spPr>
          <a:xfrm>
            <a:off x="123666" y="3351725"/>
            <a:ext cx="8791510" cy="349519"/>
          </a:xfrm>
          <a:prstGeom prst="rect">
            <a:avLst/>
          </a:prstGeom>
        </p:spPr>
        <p:txBody>
          <a:bodyPr vert="horz" wrap="square" lIns="0" tIns="12700" rIns="0" bIns="0" rtlCol="0" anchor="t" anchorCtr="0">
            <a:spAutoFit/>
          </a:bodyPr>
          <a:lstStyle>
            <a:lvl1pPr marL="0" marR="0" indent="0" algn="l" defTabSz="914400" rtl="0" eaLnBrk="1" fontAlgn="auto" latinLnBrk="0" hangingPunct="1">
              <a:lnSpc>
                <a:spcPct val="90000"/>
              </a:lnSpc>
              <a:spcBef>
                <a:spcPct val="0"/>
              </a:spcBef>
              <a:spcAft>
                <a:spcPts val="0"/>
              </a:spcAft>
              <a:buClrTx/>
              <a:buSzTx/>
              <a:buFontTx/>
              <a:buNone/>
              <a:tabLst/>
              <a:defRPr kumimoji="0" lang="en-US" sz="3400" b="0" i="0" u="none" strike="noStrike" kern="1200" cap="none" spc="0" normalizeH="0" baseline="0" noProof="0">
                <a:ln>
                  <a:noFill/>
                </a:ln>
                <a:solidFill>
                  <a:schemeClr val="bg1"/>
                </a:solidFill>
                <a:effectLst/>
                <a:uLnTx/>
                <a:uFillTx/>
                <a:latin typeface="+mj-lt"/>
                <a:ea typeface="Roboto" panose="02000000000000000000" pitchFamily="2" charset="0"/>
                <a:cs typeface="Roboto" panose="02000000000000000000" pitchFamily="2" charset="0"/>
              </a:defRPr>
            </a:lvl1pPr>
          </a:lstStyle>
          <a:p>
            <a:pPr marL="12700" marR="5080">
              <a:lnSpc>
                <a:spcPct val="136200"/>
              </a:lnSpc>
              <a:spcBef>
                <a:spcPts val="100"/>
              </a:spcBef>
            </a:pPr>
            <a:r>
              <a:rPr lang="en-IN" sz="1800" spc="-10" dirty="0">
                <a:solidFill>
                  <a:srgbClr val="FFFFFF"/>
                </a:solidFill>
                <a:latin typeface="Times New Roman" panose="02020603050405020304" pitchFamily="18" charset="0"/>
                <a:cs typeface="Times New Roman" panose="02020603050405020304" pitchFamily="18" charset="0"/>
              </a:rPr>
              <a:t>BATCH NUMBER: 17</a:t>
            </a:r>
            <a:endParaRPr lang="en-IN" sz="1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53256293"/>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4648200" y="1143000"/>
            <a:ext cx="0" cy="3467735"/>
          </a:xfrm>
          <a:custGeom>
            <a:avLst/>
            <a:gdLst/>
            <a:ahLst/>
            <a:cxnLst/>
            <a:rect l="l" t="t" r="r" b="b"/>
            <a:pathLst>
              <a:path h="3467735">
                <a:moveTo>
                  <a:pt x="0" y="0"/>
                </a:moveTo>
                <a:lnTo>
                  <a:pt x="0" y="3467493"/>
                </a:lnTo>
              </a:path>
            </a:pathLst>
          </a:custGeom>
          <a:ln w="19050">
            <a:solidFill>
              <a:srgbClr val="005093"/>
            </a:solidFill>
            <a:prstDash val="sysDash"/>
          </a:ln>
        </p:spPr>
        <p:txBody>
          <a:bodyPr wrap="square" lIns="0" tIns="0" rIns="0" bIns="0" rtlCol="0"/>
          <a:lstStyle/>
          <a:p>
            <a:endParaRPr/>
          </a:p>
        </p:txBody>
      </p:sp>
      <p:sp>
        <p:nvSpPr>
          <p:cNvPr id="3" name="object 3"/>
          <p:cNvSpPr txBox="1"/>
          <p:nvPr/>
        </p:nvSpPr>
        <p:spPr>
          <a:xfrm>
            <a:off x="63653" y="1071012"/>
            <a:ext cx="4159885" cy="366126"/>
          </a:xfrm>
          <a:prstGeom prst="rect">
            <a:avLst/>
          </a:prstGeom>
        </p:spPr>
        <p:txBody>
          <a:bodyPr vert="horz" wrap="square" lIns="0" tIns="88265" rIns="0" bIns="0" rtlCol="0" anchor="t">
            <a:spAutoFit/>
          </a:bodyPr>
          <a:lstStyle/>
          <a:p>
            <a:pPr marL="283845" indent="-271145">
              <a:spcBef>
                <a:spcPts val="695"/>
              </a:spcBef>
              <a:buClr>
                <a:srgbClr val="005093"/>
              </a:buClr>
              <a:buFont typeface="Wingdings"/>
              <a:buChar char=""/>
              <a:tabLst>
                <a:tab pos="283845" algn="l"/>
              </a:tabLst>
            </a:pPr>
            <a:r>
              <a:rPr lang="en-US" dirty="0">
                <a:solidFill>
                  <a:srgbClr val="525252"/>
                </a:solidFill>
                <a:latin typeface="Times New Roman" panose="02020603050405020304" pitchFamily="18" charset="0"/>
                <a:cs typeface="Times New Roman" panose="02020603050405020304" pitchFamily="18" charset="0"/>
              </a:rPr>
              <a:t>REVIEW – 2: LITERATURE SURVEY</a:t>
            </a:r>
          </a:p>
        </p:txBody>
      </p:sp>
      <p:sp>
        <p:nvSpPr>
          <p:cNvPr id="4" name="object 4"/>
          <p:cNvSpPr txBox="1">
            <a:spLocks noGrp="1"/>
          </p:cNvSpPr>
          <p:nvPr>
            <p:ph type="title"/>
          </p:nvPr>
        </p:nvSpPr>
        <p:spPr>
          <a:xfrm>
            <a:off x="63653" y="372218"/>
            <a:ext cx="7072312" cy="475130"/>
          </a:xfrm>
          <a:prstGeom prst="rect">
            <a:avLst/>
          </a:prstGeom>
        </p:spPr>
        <p:txBody>
          <a:bodyPr vert="horz" wrap="square" lIns="0" tIns="13335" rIns="0" bIns="0" rtlCol="0">
            <a:spAutoFit/>
          </a:bodyPr>
          <a:lstStyle/>
          <a:p>
            <a:pPr marL="46990">
              <a:lnSpc>
                <a:spcPct val="100000"/>
              </a:lnSpc>
              <a:spcBef>
                <a:spcPts val="105"/>
              </a:spcBef>
            </a:pPr>
            <a:r>
              <a:rPr dirty="0">
                <a:latin typeface="Times New Roman" panose="02020603050405020304" pitchFamily="18" charset="0"/>
                <a:cs typeface="Times New Roman" panose="02020603050405020304" pitchFamily="18" charset="0"/>
              </a:rPr>
              <a:t>Contents</a:t>
            </a:r>
            <a:r>
              <a:rPr spc="-60" dirty="0">
                <a:latin typeface="Times New Roman" panose="02020603050405020304" pitchFamily="18" charset="0"/>
                <a:cs typeface="Times New Roman" panose="02020603050405020304" pitchFamily="18" charset="0"/>
              </a:rPr>
              <a:t> </a:t>
            </a:r>
            <a:r>
              <a:rPr dirty="0">
                <a:latin typeface="Times New Roman" panose="02020603050405020304" pitchFamily="18" charset="0"/>
                <a:cs typeface="Times New Roman" panose="02020603050405020304" pitchFamily="18" charset="0"/>
              </a:rPr>
              <a:t>of</a:t>
            </a:r>
            <a:r>
              <a:rPr spc="15" dirty="0">
                <a:latin typeface="Times New Roman" panose="02020603050405020304" pitchFamily="18" charset="0"/>
                <a:cs typeface="Times New Roman" panose="02020603050405020304" pitchFamily="18" charset="0"/>
              </a:rPr>
              <a:t> </a:t>
            </a:r>
            <a:r>
              <a:rPr dirty="0">
                <a:latin typeface="Times New Roman" panose="02020603050405020304" pitchFamily="18" charset="0"/>
                <a:cs typeface="Times New Roman" panose="02020603050405020304" pitchFamily="18" charset="0"/>
              </a:rPr>
              <a:t>the</a:t>
            </a:r>
            <a:r>
              <a:rPr spc="-55" dirty="0">
                <a:latin typeface="Times New Roman" panose="02020603050405020304" pitchFamily="18" charset="0"/>
                <a:cs typeface="Times New Roman" panose="02020603050405020304" pitchFamily="18" charset="0"/>
              </a:rPr>
              <a:t> </a:t>
            </a:r>
            <a:r>
              <a:rPr spc="-10" dirty="0">
                <a:latin typeface="Times New Roman" panose="02020603050405020304" pitchFamily="18" charset="0"/>
                <a:cs typeface="Times New Roman" panose="02020603050405020304" pitchFamily="18" charset="0"/>
              </a:rPr>
              <a:t>Presentation</a:t>
            </a:r>
          </a:p>
        </p:txBody>
      </p:sp>
      <p:pic>
        <p:nvPicPr>
          <p:cNvPr id="5" name="object 5"/>
          <p:cNvPicPr/>
          <p:nvPr/>
        </p:nvPicPr>
        <p:blipFill>
          <a:blip r:embed="rId3" cstate="print"/>
          <a:stretch>
            <a:fillRect/>
          </a:stretch>
        </p:blipFill>
        <p:spPr>
          <a:xfrm>
            <a:off x="4800600" y="1143000"/>
            <a:ext cx="3495675" cy="3467100"/>
          </a:xfrm>
          <a:prstGeom prst="rect">
            <a:avLst/>
          </a:prstGeom>
        </p:spPr>
      </p:pic>
      <p:sp>
        <p:nvSpPr>
          <p:cNvPr id="8" name="Slide Number Placeholder 1">
            <a:extLst>
              <a:ext uri="{FF2B5EF4-FFF2-40B4-BE49-F238E27FC236}">
                <a16:creationId xmlns:a16="http://schemas.microsoft.com/office/drawing/2014/main" id="{676E399F-55E0-4BDB-951D-6A5B065C3946}"/>
              </a:ext>
            </a:extLst>
          </p:cNvPr>
          <p:cNvSpPr txBox="1">
            <a:spLocks/>
          </p:cNvSpPr>
          <p:nvPr/>
        </p:nvSpPr>
        <p:spPr>
          <a:xfrm>
            <a:off x="8629650" y="4817444"/>
            <a:ext cx="514350" cy="326056"/>
          </a:xfrm>
          <a:prstGeom prst="rect">
            <a:avLst/>
          </a:prstGeom>
        </p:spPr>
        <p:txBody>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4B327F5A-7D8F-4012-9A1A-2197D74A174F}" type="slidenum">
              <a:rPr lang="en-IN" sz="1200" smtClean="0">
                <a:solidFill>
                  <a:schemeClr val="bg1"/>
                </a:solidFill>
              </a:rPr>
              <a:pPr algn="r"/>
              <a:t>2</a:t>
            </a:fld>
            <a:endParaRPr lang="en-IN" sz="1200" dirty="0">
              <a:solidFill>
                <a:schemeClr val="bg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9942643-4B4B-3AF4-2F08-E12BA79BC8F5}"/>
              </a:ext>
            </a:extLst>
          </p:cNvPr>
          <p:cNvSpPr>
            <a:spLocks noGrp="1"/>
          </p:cNvSpPr>
          <p:nvPr>
            <p:ph type="sldNum" sz="quarter" idx="4"/>
          </p:nvPr>
        </p:nvSpPr>
        <p:spPr>
          <a:xfrm>
            <a:off x="8629650" y="4817444"/>
            <a:ext cx="514350" cy="326056"/>
          </a:xfrm>
        </p:spPr>
        <p:txBody>
          <a:bodyPr/>
          <a:lstStyle/>
          <a:p>
            <a:fld id="{4B327F5A-7D8F-4012-9A1A-2197D74A174F}" type="slidenum">
              <a:rPr lang="en-IN" smtClean="0"/>
              <a:pPr/>
              <a:t>3</a:t>
            </a:fld>
            <a:endParaRPr lang="en-IN" dirty="0"/>
          </a:p>
        </p:txBody>
      </p:sp>
      <p:sp>
        <p:nvSpPr>
          <p:cNvPr id="3" name="object 2">
            <a:extLst>
              <a:ext uri="{FF2B5EF4-FFF2-40B4-BE49-F238E27FC236}">
                <a16:creationId xmlns:a16="http://schemas.microsoft.com/office/drawing/2014/main" id="{BB10BA5B-471E-421F-BCC9-CA25222B6F8B}"/>
              </a:ext>
            </a:extLst>
          </p:cNvPr>
          <p:cNvSpPr txBox="1">
            <a:spLocks noGrp="1"/>
          </p:cNvSpPr>
          <p:nvPr>
            <p:ph type="title"/>
          </p:nvPr>
        </p:nvSpPr>
        <p:spPr>
          <a:xfrm>
            <a:off x="66039" y="188849"/>
            <a:ext cx="7432040" cy="534120"/>
          </a:xfrm>
          <a:prstGeom prst="rect">
            <a:avLst/>
          </a:prstGeom>
        </p:spPr>
        <p:txBody>
          <a:bodyPr vert="horz" wrap="square" lIns="0" tIns="71754" rIns="0" bIns="0" rtlCol="0" anchor="t">
            <a:spAutoFit/>
          </a:bodyPr>
          <a:lstStyle/>
          <a:p>
            <a:pPr marL="45085">
              <a:lnSpc>
                <a:spcPct val="100000"/>
              </a:lnSpc>
              <a:spcBef>
                <a:spcPts val="105"/>
              </a:spcBef>
            </a:pPr>
            <a:r>
              <a:rPr lang="en-US" spc="-30" dirty="0">
                <a:latin typeface="Times New Roman" panose="02020603050405020304" pitchFamily="18" charset="0"/>
                <a:cs typeface="Times New Roman" panose="02020603050405020304" pitchFamily="18" charset="0"/>
              </a:rPr>
              <a:t>Problem Statement</a:t>
            </a:r>
          </a:p>
        </p:txBody>
      </p:sp>
      <p:sp>
        <p:nvSpPr>
          <p:cNvPr id="6" name="object 3">
            <a:extLst>
              <a:ext uri="{FF2B5EF4-FFF2-40B4-BE49-F238E27FC236}">
                <a16:creationId xmlns:a16="http://schemas.microsoft.com/office/drawing/2014/main" id="{87461C0E-668E-CCC4-F95B-47A2B1C88974}"/>
              </a:ext>
            </a:extLst>
          </p:cNvPr>
          <p:cNvSpPr txBox="1"/>
          <p:nvPr/>
        </p:nvSpPr>
        <p:spPr>
          <a:xfrm>
            <a:off x="107815" y="1221150"/>
            <a:ext cx="8171482" cy="2475678"/>
          </a:xfrm>
          <a:prstGeom prst="rect">
            <a:avLst/>
          </a:prstGeom>
        </p:spPr>
        <p:txBody>
          <a:bodyPr vert="horz" wrap="square" lIns="0" tIns="13335" rIns="0" bIns="0" rtlCol="0" anchor="t">
            <a:spAutoFit/>
          </a:bodyPr>
          <a:lstStyle/>
          <a:p>
            <a:pPr algn="just">
              <a:buClr>
                <a:srgbClr val="005093"/>
              </a:buClr>
              <a:tabLst>
                <a:tab pos="180340" algn="l"/>
                <a:tab pos="292735" algn="l"/>
              </a:tabLst>
            </a:pPr>
            <a:r>
              <a:rPr lang="en-GB" sz="1600" dirty="0">
                <a:solidFill>
                  <a:srgbClr val="525252"/>
                </a:solidFill>
                <a:latin typeface="Times New Roman" panose="02020603050405020304" pitchFamily="18" charset="0"/>
                <a:cs typeface="Times New Roman" panose="02020603050405020304" pitchFamily="18" charset="0"/>
              </a:rPr>
              <a:t>The current educational infrastructure relies heavily on manual or static digital attendance methods that are fundamentally inefficient and vulnerable to manipulation. In traditional sessions, manual roll calls consume a significant portion of instructional time and are prone to human logging errors. Furthermore, existing digital solutions like static QR codes have introduced the "buddy punching" phenomenon, where students share screenshots of codes with absent peers to bypass physical presence requirements. Existing systems are also largely "reactive" and siloed; they act as simple digital logbooks that record data without providing actionable insights into student disengagement or providing immediate learning support after the attendance is marked. There is a critical lack of interoperability between attendance logs and performance metrics, leaving educators without a unified view of classroom health.</a:t>
            </a:r>
          </a:p>
        </p:txBody>
      </p:sp>
    </p:spTree>
    <p:extLst>
      <p:ext uri="{BB962C8B-B14F-4D97-AF65-F5344CB8AC3E}">
        <p14:creationId xmlns:p14="http://schemas.microsoft.com/office/powerpoint/2010/main" val="2824886056"/>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D925B32-5762-0AB2-E08A-461E4C8B7014}"/>
              </a:ext>
            </a:extLst>
          </p:cNvPr>
          <p:cNvSpPr>
            <a:spLocks noGrp="1"/>
          </p:cNvSpPr>
          <p:nvPr>
            <p:ph type="sldNum" sz="quarter" idx="4"/>
          </p:nvPr>
        </p:nvSpPr>
        <p:spPr>
          <a:xfrm>
            <a:off x="8629650" y="4817444"/>
            <a:ext cx="514350" cy="326056"/>
          </a:xfrm>
        </p:spPr>
        <p:txBody>
          <a:bodyPr/>
          <a:lstStyle/>
          <a:p>
            <a:fld id="{4B327F5A-7D8F-4012-9A1A-2197D74A174F}" type="slidenum">
              <a:rPr lang="en-IN" smtClean="0"/>
              <a:pPr/>
              <a:t>4</a:t>
            </a:fld>
            <a:endParaRPr lang="en-IN" dirty="0"/>
          </a:p>
        </p:txBody>
      </p:sp>
      <p:sp>
        <p:nvSpPr>
          <p:cNvPr id="3" name="object 2">
            <a:extLst>
              <a:ext uri="{FF2B5EF4-FFF2-40B4-BE49-F238E27FC236}">
                <a16:creationId xmlns:a16="http://schemas.microsoft.com/office/drawing/2014/main" id="{A94F5027-CBF8-4E1C-A503-4C50C325358D}"/>
              </a:ext>
            </a:extLst>
          </p:cNvPr>
          <p:cNvSpPr txBox="1">
            <a:spLocks noGrp="1"/>
          </p:cNvSpPr>
          <p:nvPr>
            <p:ph type="title"/>
          </p:nvPr>
        </p:nvSpPr>
        <p:spPr>
          <a:xfrm>
            <a:off x="66039" y="188849"/>
            <a:ext cx="7432040" cy="534120"/>
          </a:xfrm>
          <a:prstGeom prst="rect">
            <a:avLst/>
          </a:prstGeom>
        </p:spPr>
        <p:txBody>
          <a:bodyPr vert="horz" wrap="square" lIns="0" tIns="71754" rIns="0" bIns="0" rtlCol="0" anchor="t">
            <a:spAutoFit/>
          </a:bodyPr>
          <a:lstStyle/>
          <a:p>
            <a:pPr marL="45085">
              <a:lnSpc>
                <a:spcPct val="100000"/>
              </a:lnSpc>
              <a:spcBef>
                <a:spcPts val="105"/>
              </a:spcBef>
            </a:pPr>
            <a:r>
              <a:rPr lang="en-US" spc="-30" dirty="0">
                <a:latin typeface="Times New Roman" panose="02020603050405020304" pitchFamily="18" charset="0"/>
                <a:cs typeface="Times New Roman" panose="02020603050405020304" pitchFamily="18" charset="0"/>
              </a:rPr>
              <a:t>Literature Review: Paper 1</a:t>
            </a:r>
          </a:p>
        </p:txBody>
      </p:sp>
      <p:graphicFrame>
        <p:nvGraphicFramePr>
          <p:cNvPr id="7" name="Table 6">
            <a:extLst>
              <a:ext uri="{FF2B5EF4-FFF2-40B4-BE49-F238E27FC236}">
                <a16:creationId xmlns:a16="http://schemas.microsoft.com/office/drawing/2014/main" id="{F3BF7702-F2D7-D8A6-3C7B-3947048D268A}"/>
              </a:ext>
            </a:extLst>
          </p:cNvPr>
          <p:cNvGraphicFramePr>
            <a:graphicFrameLocks noGrp="1"/>
          </p:cNvGraphicFramePr>
          <p:nvPr>
            <p:extLst>
              <p:ext uri="{D42A27DB-BD31-4B8C-83A1-F6EECF244321}">
                <p14:modId xmlns:p14="http://schemas.microsoft.com/office/powerpoint/2010/main" val="1898303260"/>
              </p:ext>
            </p:extLst>
          </p:nvPr>
        </p:nvGraphicFramePr>
        <p:xfrm>
          <a:off x="215127" y="1305488"/>
          <a:ext cx="8233134" cy="3381769"/>
        </p:xfrm>
        <a:graphic>
          <a:graphicData uri="http://schemas.openxmlformats.org/drawingml/2006/table">
            <a:tbl>
              <a:tblPr lastCol="1"/>
              <a:tblGrid>
                <a:gridCol w="2326114">
                  <a:extLst>
                    <a:ext uri="{9D8B030D-6E8A-4147-A177-3AD203B41FA5}">
                      <a16:colId xmlns:a16="http://schemas.microsoft.com/office/drawing/2014/main" val="3350099788"/>
                    </a:ext>
                  </a:extLst>
                </a:gridCol>
                <a:gridCol w="5907020">
                  <a:extLst>
                    <a:ext uri="{9D8B030D-6E8A-4147-A177-3AD203B41FA5}">
                      <a16:colId xmlns:a16="http://schemas.microsoft.com/office/drawing/2014/main" val="1330843529"/>
                    </a:ext>
                  </a:extLst>
                </a:gridCol>
              </a:tblGrid>
              <a:tr h="341427">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Aspect</a:t>
                      </a:r>
                      <a:endParaRPr lang="en-GB" sz="1400">
                        <a:solidFill>
                          <a:srgbClr val="1F1F1F"/>
                        </a:solidFill>
                        <a:effectLst/>
                        <a:latin typeface="Times New Roman" panose="02020603050405020304" pitchFamily="18" charset="0"/>
                        <a:cs typeface="Times New Roman" panose="02020603050405020304" pitchFamily="18" charset="0"/>
                      </a:endParaRPr>
                    </a:p>
                  </a:txBody>
                  <a:tcPr marL="76200" marR="76200" marT="50800" marB="5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b="1" dirty="0">
                          <a:solidFill>
                            <a:srgbClr val="1F1F1F"/>
                          </a:solidFill>
                          <a:effectLst/>
                          <a:latin typeface="Times New Roman" panose="02020603050405020304" pitchFamily="18" charset="0"/>
                          <a:cs typeface="Times New Roman" panose="02020603050405020304" pitchFamily="18" charset="0"/>
                        </a:rPr>
                        <a:t>Details</a:t>
                      </a:r>
                      <a:endParaRPr lang="en-GB" sz="1400" dirty="0">
                        <a:solidFill>
                          <a:srgbClr val="1F1F1F"/>
                        </a:solidFill>
                        <a:effectLst/>
                        <a:latin typeface="Times New Roman" panose="02020603050405020304" pitchFamily="18" charset="0"/>
                        <a:cs typeface="Times New Roman" panose="02020603050405020304" pitchFamily="18" charset="0"/>
                      </a:endParaRPr>
                    </a:p>
                  </a:txBody>
                  <a:tcPr marL="76200" marR="76200" marT="50800" marB="5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81905139"/>
                  </a:ext>
                </a:extLst>
              </a:tr>
              <a:tr h="430936">
                <a:tc>
                  <a:txBody>
                    <a:bodyPr/>
                    <a:lstStyle/>
                    <a:p>
                      <a:pPr rtl="0">
                        <a:buNone/>
                      </a:pPr>
                      <a:r>
                        <a:rPr lang="en-GB" sz="1400" b="1" dirty="0">
                          <a:solidFill>
                            <a:srgbClr val="1F1F1F"/>
                          </a:solidFill>
                          <a:effectLst/>
                          <a:latin typeface="Times New Roman" panose="02020603050405020304" pitchFamily="18" charset="0"/>
                          <a:cs typeface="Times New Roman" panose="02020603050405020304" pitchFamily="18" charset="0"/>
                        </a:rPr>
                        <a:t>Title</a:t>
                      </a:r>
                      <a:endParaRPr lang="en-GB" sz="1400" dirty="0">
                        <a:solidFill>
                          <a:srgbClr val="1F1F1F"/>
                        </a:solidFill>
                        <a:effectLst/>
                        <a:latin typeface="Times New Roman" panose="02020603050405020304" pitchFamily="18" charset="0"/>
                        <a:cs typeface="Times New Roman" panose="02020603050405020304" pitchFamily="18" charset="0"/>
                      </a:endParaRPr>
                    </a:p>
                  </a:txBody>
                  <a:tcPr marL="76200" marR="76200" marT="50800" marB="5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dirty="0">
                          <a:solidFill>
                            <a:srgbClr val="1F1F1F"/>
                          </a:solidFill>
                          <a:effectLst/>
                          <a:latin typeface="Times New Roman" panose="02020603050405020304" pitchFamily="18" charset="0"/>
                          <a:cs typeface="Times New Roman" panose="02020603050405020304" pitchFamily="18" charset="0"/>
                        </a:rPr>
                        <a:t>Evaluating QR Code-Based Attendance System Using User Experience</a:t>
                      </a:r>
                    </a:p>
                  </a:txBody>
                  <a:tcPr marL="76200" marR="76200" marT="50800" marB="5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80445694"/>
                  </a:ext>
                </a:extLst>
              </a:tr>
              <a:tr h="560915">
                <a:tc>
                  <a:txBody>
                    <a:bodyPr/>
                    <a:lstStyle/>
                    <a:p>
                      <a:pPr rtl="0">
                        <a:buNone/>
                      </a:pPr>
                      <a:r>
                        <a:rPr lang="en-GB" sz="1400" b="1" dirty="0">
                          <a:solidFill>
                            <a:srgbClr val="1F1F1F"/>
                          </a:solidFill>
                          <a:effectLst/>
                          <a:latin typeface="Times New Roman" panose="02020603050405020304" pitchFamily="18" charset="0"/>
                          <a:cs typeface="Times New Roman" panose="02020603050405020304" pitchFamily="18" charset="0"/>
                        </a:rPr>
                        <a:t>Objective</a:t>
                      </a:r>
                      <a:endParaRPr lang="en-GB" sz="1400" dirty="0">
                        <a:solidFill>
                          <a:srgbClr val="1F1F1F"/>
                        </a:solidFill>
                        <a:effectLst/>
                        <a:latin typeface="Times New Roman" panose="02020603050405020304" pitchFamily="18" charset="0"/>
                        <a:cs typeface="Times New Roman" panose="02020603050405020304" pitchFamily="18" charset="0"/>
                      </a:endParaRPr>
                    </a:p>
                  </a:txBody>
                  <a:tcPr marL="76200" marR="76200" marT="50800" marB="5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dirty="0">
                          <a:solidFill>
                            <a:srgbClr val="1F1F1F"/>
                          </a:solidFill>
                          <a:effectLst/>
                          <a:latin typeface="Times New Roman" panose="02020603050405020304" pitchFamily="18" charset="0"/>
                          <a:cs typeface="Times New Roman" panose="02020603050405020304" pitchFamily="18" charset="0"/>
                        </a:rPr>
                        <a:t>To evaluate the efficiency and user satisfaction of QR-based attendance tracking in educational settings.</a:t>
                      </a:r>
                    </a:p>
                  </a:txBody>
                  <a:tcPr marL="76200" marR="76200" marT="50800" marB="5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23089171"/>
                  </a:ext>
                </a:extLst>
              </a:tr>
              <a:tr h="430936">
                <a:tc>
                  <a:txBody>
                    <a:bodyPr/>
                    <a:lstStyle/>
                    <a:p>
                      <a:pPr rtl="0">
                        <a:buNone/>
                      </a:pPr>
                      <a:r>
                        <a:rPr lang="en-GB" sz="1400" b="1" dirty="0">
                          <a:solidFill>
                            <a:srgbClr val="1F1F1F"/>
                          </a:solidFill>
                          <a:effectLst/>
                          <a:latin typeface="Times New Roman" panose="02020603050405020304" pitchFamily="18" charset="0"/>
                          <a:cs typeface="Times New Roman" panose="02020603050405020304" pitchFamily="18" charset="0"/>
                        </a:rPr>
                        <a:t>Methodology</a:t>
                      </a:r>
                      <a:endParaRPr lang="en-GB" sz="1400" dirty="0">
                        <a:solidFill>
                          <a:srgbClr val="1F1F1F"/>
                        </a:solidFill>
                        <a:effectLst/>
                        <a:latin typeface="Times New Roman" panose="02020603050405020304" pitchFamily="18" charset="0"/>
                        <a:cs typeface="Times New Roman" panose="02020603050405020304" pitchFamily="18" charset="0"/>
                      </a:endParaRPr>
                    </a:p>
                  </a:txBody>
                  <a:tcPr marL="76200" marR="76200" marT="50800" marB="5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a:solidFill>
                            <a:srgbClr val="1F1F1F"/>
                          </a:solidFill>
                          <a:effectLst/>
                          <a:latin typeface="Times New Roman" panose="02020603050405020304" pitchFamily="18" charset="0"/>
                          <a:cs typeface="Times New Roman" panose="02020603050405020304" pitchFamily="18" charset="0"/>
                        </a:rPr>
                        <a:t>Utilized User Experience Questionnaires (UEQ) to measure factors like stimulation and novelty.</a:t>
                      </a:r>
                    </a:p>
                  </a:txBody>
                  <a:tcPr marL="76200" marR="76200" marT="50800" marB="5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09079746"/>
                  </a:ext>
                </a:extLst>
              </a:tr>
              <a:tr h="560915">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Key Findings</a:t>
                      </a:r>
                      <a:endParaRPr lang="en-GB" sz="1400">
                        <a:solidFill>
                          <a:srgbClr val="1F1F1F"/>
                        </a:solidFill>
                        <a:effectLst/>
                        <a:latin typeface="Times New Roman" panose="02020603050405020304" pitchFamily="18" charset="0"/>
                        <a:cs typeface="Times New Roman" panose="02020603050405020304" pitchFamily="18" charset="0"/>
                      </a:endParaRPr>
                    </a:p>
                  </a:txBody>
                  <a:tcPr marL="76200" marR="76200" marT="50800" marB="5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a:solidFill>
                            <a:srgbClr val="1F1F1F"/>
                          </a:solidFill>
                          <a:effectLst/>
                          <a:latin typeface="Times New Roman" panose="02020603050405020304" pitchFamily="18" charset="0"/>
                          <a:cs typeface="Times New Roman" panose="02020603050405020304" pitchFamily="18" charset="0"/>
                        </a:rPr>
                        <a:t>QR systems are significantly faster than manual ones but can become repetitive without engaging features.</a:t>
                      </a:r>
                    </a:p>
                  </a:txBody>
                  <a:tcPr marL="76200" marR="76200" marT="50800" marB="5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91271897"/>
                  </a:ext>
                </a:extLst>
              </a:tr>
              <a:tr h="430936">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Strengths</a:t>
                      </a:r>
                      <a:endParaRPr lang="en-GB" sz="1400">
                        <a:solidFill>
                          <a:srgbClr val="1F1F1F"/>
                        </a:solidFill>
                        <a:effectLst/>
                        <a:latin typeface="Times New Roman" panose="02020603050405020304" pitchFamily="18" charset="0"/>
                        <a:cs typeface="Times New Roman" panose="02020603050405020304" pitchFamily="18" charset="0"/>
                      </a:endParaRPr>
                    </a:p>
                  </a:txBody>
                  <a:tcPr marL="76200" marR="76200" marT="50800" marB="5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a:solidFill>
                            <a:srgbClr val="1F1F1F"/>
                          </a:solidFill>
                          <a:effectLst/>
                          <a:latin typeface="Times New Roman" panose="02020603050405020304" pitchFamily="18" charset="0"/>
                          <a:cs typeface="Times New Roman" panose="02020603050405020304" pitchFamily="18" charset="0"/>
                        </a:rPr>
                        <a:t>Provides a clear quantitative metric for scanning speed and accuracy.</a:t>
                      </a:r>
                    </a:p>
                  </a:txBody>
                  <a:tcPr marL="76200" marR="76200" marT="50800" marB="5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30975519"/>
                  </a:ext>
                </a:extLst>
              </a:tr>
              <a:tr h="430936">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Limitations / Gaps</a:t>
                      </a:r>
                      <a:endParaRPr lang="en-GB" sz="1400">
                        <a:solidFill>
                          <a:srgbClr val="1F1F1F"/>
                        </a:solidFill>
                        <a:effectLst/>
                        <a:latin typeface="Times New Roman" panose="02020603050405020304" pitchFamily="18" charset="0"/>
                        <a:cs typeface="Times New Roman" panose="02020603050405020304" pitchFamily="18" charset="0"/>
                      </a:endParaRPr>
                    </a:p>
                  </a:txBody>
                  <a:tcPr marL="76200" marR="76200" marT="50800" marB="5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dirty="0">
                          <a:solidFill>
                            <a:srgbClr val="1F1F1F"/>
                          </a:solidFill>
                          <a:effectLst/>
                          <a:latin typeface="Times New Roman" panose="02020603050405020304" pitchFamily="18" charset="0"/>
                          <a:cs typeface="Times New Roman" panose="02020603050405020304" pitchFamily="18" charset="0"/>
                        </a:rPr>
                        <a:t>Focuses only on the scanning action; lacks administrative tools for record correction.</a:t>
                      </a:r>
                    </a:p>
                  </a:txBody>
                  <a:tcPr marL="76200" marR="76200" marT="50800" marB="5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31817680"/>
                  </a:ext>
                </a:extLst>
              </a:tr>
            </a:tbl>
          </a:graphicData>
        </a:graphic>
      </p:graphicFrame>
    </p:spTree>
    <p:extLst>
      <p:ext uri="{BB962C8B-B14F-4D97-AF65-F5344CB8AC3E}">
        <p14:creationId xmlns:p14="http://schemas.microsoft.com/office/powerpoint/2010/main" val="2859002652"/>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D925B32-5762-0AB2-E08A-461E4C8B7014}"/>
              </a:ext>
            </a:extLst>
          </p:cNvPr>
          <p:cNvSpPr>
            <a:spLocks noGrp="1"/>
          </p:cNvSpPr>
          <p:nvPr>
            <p:ph type="sldNum" sz="quarter" idx="4"/>
          </p:nvPr>
        </p:nvSpPr>
        <p:spPr>
          <a:xfrm>
            <a:off x="8629650" y="4817444"/>
            <a:ext cx="514350" cy="326056"/>
          </a:xfrm>
        </p:spPr>
        <p:txBody>
          <a:bodyPr/>
          <a:lstStyle/>
          <a:p>
            <a:fld id="{4B327F5A-7D8F-4012-9A1A-2197D74A174F}" type="slidenum">
              <a:rPr lang="en-IN" smtClean="0"/>
              <a:pPr/>
              <a:t>5</a:t>
            </a:fld>
            <a:endParaRPr lang="en-IN" dirty="0"/>
          </a:p>
        </p:txBody>
      </p:sp>
      <p:sp>
        <p:nvSpPr>
          <p:cNvPr id="3" name="object 2">
            <a:extLst>
              <a:ext uri="{FF2B5EF4-FFF2-40B4-BE49-F238E27FC236}">
                <a16:creationId xmlns:a16="http://schemas.microsoft.com/office/drawing/2014/main" id="{A94F5027-CBF8-4E1C-A503-4C50C325358D}"/>
              </a:ext>
            </a:extLst>
          </p:cNvPr>
          <p:cNvSpPr txBox="1">
            <a:spLocks noGrp="1"/>
          </p:cNvSpPr>
          <p:nvPr>
            <p:ph type="title"/>
          </p:nvPr>
        </p:nvSpPr>
        <p:spPr>
          <a:xfrm>
            <a:off x="66039" y="188849"/>
            <a:ext cx="7432040" cy="534120"/>
          </a:xfrm>
          <a:prstGeom prst="rect">
            <a:avLst/>
          </a:prstGeom>
        </p:spPr>
        <p:txBody>
          <a:bodyPr vert="horz" wrap="square" lIns="0" tIns="71754" rIns="0" bIns="0" rtlCol="0" anchor="t">
            <a:spAutoFit/>
          </a:bodyPr>
          <a:lstStyle/>
          <a:p>
            <a:pPr marL="45085">
              <a:lnSpc>
                <a:spcPct val="100000"/>
              </a:lnSpc>
              <a:spcBef>
                <a:spcPts val="105"/>
              </a:spcBef>
            </a:pPr>
            <a:r>
              <a:rPr lang="en-US" spc="-30" dirty="0">
                <a:latin typeface="Times New Roman" panose="02020603050405020304" pitchFamily="18" charset="0"/>
                <a:cs typeface="Times New Roman" panose="02020603050405020304" pitchFamily="18" charset="0"/>
              </a:rPr>
              <a:t>Literature Review: Paper 2</a:t>
            </a:r>
          </a:p>
        </p:txBody>
      </p:sp>
      <p:graphicFrame>
        <p:nvGraphicFramePr>
          <p:cNvPr id="5" name="Table 4">
            <a:extLst>
              <a:ext uri="{FF2B5EF4-FFF2-40B4-BE49-F238E27FC236}">
                <a16:creationId xmlns:a16="http://schemas.microsoft.com/office/drawing/2014/main" id="{B61D4FD5-FB7F-02C2-ABC1-6E81A4F199F8}"/>
              </a:ext>
            </a:extLst>
          </p:cNvPr>
          <p:cNvGraphicFramePr>
            <a:graphicFrameLocks noGrp="1"/>
          </p:cNvGraphicFramePr>
          <p:nvPr>
            <p:extLst>
              <p:ext uri="{D42A27DB-BD31-4B8C-83A1-F6EECF244321}">
                <p14:modId xmlns:p14="http://schemas.microsoft.com/office/powerpoint/2010/main" val="517628236"/>
              </p:ext>
            </p:extLst>
          </p:nvPr>
        </p:nvGraphicFramePr>
        <p:xfrm>
          <a:off x="215126" y="1316796"/>
          <a:ext cx="8143684" cy="3231160"/>
        </p:xfrm>
        <a:graphic>
          <a:graphicData uri="http://schemas.openxmlformats.org/drawingml/2006/table">
            <a:tbl>
              <a:tblPr/>
              <a:tblGrid>
                <a:gridCol w="2388927">
                  <a:extLst>
                    <a:ext uri="{9D8B030D-6E8A-4147-A177-3AD203B41FA5}">
                      <a16:colId xmlns:a16="http://schemas.microsoft.com/office/drawing/2014/main" val="951609180"/>
                    </a:ext>
                  </a:extLst>
                </a:gridCol>
                <a:gridCol w="5754757">
                  <a:extLst>
                    <a:ext uri="{9D8B030D-6E8A-4147-A177-3AD203B41FA5}">
                      <a16:colId xmlns:a16="http://schemas.microsoft.com/office/drawing/2014/main" val="3765564612"/>
                    </a:ext>
                  </a:extLst>
                </a:gridCol>
              </a:tblGrid>
              <a:tr h="211075">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Aspect</a:t>
                      </a:r>
                      <a:endParaRPr lang="en-GB" sz="1400">
                        <a:solidFill>
                          <a:srgbClr val="1F1F1F"/>
                        </a:solidFill>
                        <a:effectLst/>
                        <a:latin typeface="Times New Roman" panose="02020603050405020304" pitchFamily="18" charset="0"/>
                        <a:cs typeface="Times New Roman" panose="02020603050405020304" pitchFamily="18" charset="0"/>
                      </a:endParaRP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Details</a:t>
                      </a:r>
                      <a:endParaRPr lang="en-GB" sz="1400">
                        <a:solidFill>
                          <a:srgbClr val="1F1F1F"/>
                        </a:solidFill>
                        <a:effectLst/>
                        <a:latin typeface="Times New Roman" panose="02020603050405020304" pitchFamily="18" charset="0"/>
                        <a:cs typeface="Times New Roman" panose="02020603050405020304" pitchFamily="18" charset="0"/>
                      </a:endParaRP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75393796"/>
                  </a:ext>
                </a:extLst>
              </a:tr>
              <a:tr h="365102">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Title</a:t>
                      </a:r>
                      <a:endParaRPr lang="en-GB" sz="1400">
                        <a:solidFill>
                          <a:srgbClr val="1F1F1F"/>
                        </a:solidFill>
                        <a:effectLst/>
                        <a:latin typeface="Times New Roman" panose="02020603050405020304" pitchFamily="18" charset="0"/>
                        <a:cs typeface="Times New Roman" panose="02020603050405020304" pitchFamily="18" charset="0"/>
                      </a:endParaRP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a:solidFill>
                            <a:srgbClr val="1F1F1F"/>
                          </a:solidFill>
                          <a:effectLst/>
                          <a:latin typeface="Times New Roman" panose="02020603050405020304" pitchFamily="18" charset="0"/>
                          <a:cs typeface="Times New Roman" panose="02020603050405020304" pitchFamily="18" charset="0"/>
                        </a:rPr>
                        <a:t>Student Management System with Admin, Teacher, and Student Roles</a:t>
                      </a: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88519422"/>
                  </a:ext>
                </a:extLst>
              </a:tr>
              <a:tr h="519130">
                <a:tc>
                  <a:txBody>
                    <a:bodyPr/>
                    <a:lstStyle/>
                    <a:p>
                      <a:pPr rtl="0">
                        <a:buNone/>
                      </a:pPr>
                      <a:r>
                        <a:rPr lang="en-GB" sz="1400" b="1" dirty="0">
                          <a:solidFill>
                            <a:srgbClr val="1F1F1F"/>
                          </a:solidFill>
                          <a:effectLst/>
                          <a:latin typeface="Times New Roman" panose="02020603050405020304" pitchFamily="18" charset="0"/>
                          <a:cs typeface="Times New Roman" panose="02020603050405020304" pitchFamily="18" charset="0"/>
                        </a:rPr>
                        <a:t>Objective</a:t>
                      </a:r>
                      <a:endParaRPr lang="en-GB" sz="1400" dirty="0">
                        <a:solidFill>
                          <a:srgbClr val="1F1F1F"/>
                        </a:solidFill>
                        <a:effectLst/>
                        <a:latin typeface="Times New Roman" panose="02020603050405020304" pitchFamily="18" charset="0"/>
                        <a:cs typeface="Times New Roman" panose="02020603050405020304" pitchFamily="18" charset="0"/>
                      </a:endParaRP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dirty="0">
                          <a:solidFill>
                            <a:srgbClr val="1F1F1F"/>
                          </a:solidFill>
                          <a:effectLst/>
                          <a:latin typeface="Times New Roman" panose="02020603050405020304" pitchFamily="18" charset="0"/>
                          <a:cs typeface="Times New Roman" panose="02020603050405020304" pitchFamily="18" charset="0"/>
                        </a:rPr>
                        <a:t>To design a centralized platform that manages academic data through hierarchical user access.</a:t>
                      </a: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9603903"/>
                  </a:ext>
                </a:extLst>
              </a:tr>
              <a:tr h="519130">
                <a:tc>
                  <a:txBody>
                    <a:bodyPr/>
                    <a:lstStyle/>
                    <a:p>
                      <a:pPr rtl="0">
                        <a:buNone/>
                      </a:pPr>
                      <a:r>
                        <a:rPr lang="en-GB" sz="1400" b="1" dirty="0">
                          <a:solidFill>
                            <a:srgbClr val="1F1F1F"/>
                          </a:solidFill>
                          <a:effectLst/>
                          <a:latin typeface="Times New Roman" panose="02020603050405020304" pitchFamily="18" charset="0"/>
                          <a:cs typeface="Times New Roman" panose="02020603050405020304" pitchFamily="18" charset="0"/>
                        </a:rPr>
                        <a:t>Methodology</a:t>
                      </a:r>
                      <a:endParaRPr lang="en-GB" sz="1400" dirty="0">
                        <a:solidFill>
                          <a:srgbClr val="1F1F1F"/>
                        </a:solidFill>
                        <a:effectLst/>
                        <a:latin typeface="Times New Roman" panose="02020603050405020304" pitchFamily="18" charset="0"/>
                        <a:cs typeface="Times New Roman" panose="02020603050405020304" pitchFamily="18" charset="0"/>
                      </a:endParaRP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a:solidFill>
                            <a:srgbClr val="1F1F1F"/>
                          </a:solidFill>
                          <a:effectLst/>
                          <a:latin typeface="Times New Roman" panose="02020603050405020304" pitchFamily="18" charset="0"/>
                          <a:cs typeface="Times New Roman" panose="02020603050405020304" pitchFamily="18" charset="0"/>
                        </a:rPr>
                        <a:t>Developed using a 3-tier architecture with distinct CRUD operations for each user role.</a:t>
                      </a: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14889548"/>
                  </a:ext>
                </a:extLst>
              </a:tr>
              <a:tr h="519130">
                <a:tc>
                  <a:txBody>
                    <a:bodyPr/>
                    <a:lstStyle/>
                    <a:p>
                      <a:pPr rtl="0">
                        <a:buNone/>
                      </a:pPr>
                      <a:r>
                        <a:rPr lang="en-GB" sz="1400" b="1" dirty="0">
                          <a:solidFill>
                            <a:srgbClr val="1F1F1F"/>
                          </a:solidFill>
                          <a:effectLst/>
                          <a:latin typeface="Times New Roman" panose="02020603050405020304" pitchFamily="18" charset="0"/>
                          <a:cs typeface="Times New Roman" panose="02020603050405020304" pitchFamily="18" charset="0"/>
                        </a:rPr>
                        <a:t>Key Findings</a:t>
                      </a:r>
                      <a:endParaRPr lang="en-GB" sz="1400" dirty="0">
                        <a:solidFill>
                          <a:srgbClr val="1F1F1F"/>
                        </a:solidFill>
                        <a:effectLst/>
                        <a:latin typeface="Times New Roman" panose="02020603050405020304" pitchFamily="18" charset="0"/>
                        <a:cs typeface="Times New Roman" panose="02020603050405020304" pitchFamily="18" charset="0"/>
                      </a:endParaRP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dirty="0">
                          <a:solidFill>
                            <a:srgbClr val="1F1F1F"/>
                          </a:solidFill>
                          <a:effectLst/>
                          <a:latin typeface="Times New Roman" panose="02020603050405020304" pitchFamily="18" charset="0"/>
                          <a:cs typeface="Times New Roman" panose="02020603050405020304" pitchFamily="18" charset="0"/>
                        </a:rPr>
                        <a:t>Clear role definition improves data integrity and prevents unauthorized access to records.</a:t>
                      </a: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64541950"/>
                  </a:ext>
                </a:extLst>
              </a:tr>
              <a:tr h="519130">
                <a:tc>
                  <a:txBody>
                    <a:bodyPr/>
                    <a:lstStyle/>
                    <a:p>
                      <a:pPr rtl="0">
                        <a:buNone/>
                      </a:pPr>
                      <a:r>
                        <a:rPr lang="en-GB" sz="1400" b="1" dirty="0">
                          <a:solidFill>
                            <a:srgbClr val="1F1F1F"/>
                          </a:solidFill>
                          <a:effectLst/>
                          <a:latin typeface="Times New Roman" panose="02020603050405020304" pitchFamily="18" charset="0"/>
                          <a:cs typeface="Times New Roman" panose="02020603050405020304" pitchFamily="18" charset="0"/>
                        </a:rPr>
                        <a:t>Strengths</a:t>
                      </a:r>
                      <a:endParaRPr lang="en-GB" sz="1400" dirty="0">
                        <a:solidFill>
                          <a:srgbClr val="1F1F1F"/>
                        </a:solidFill>
                        <a:effectLst/>
                        <a:latin typeface="Times New Roman" panose="02020603050405020304" pitchFamily="18" charset="0"/>
                        <a:cs typeface="Times New Roman" panose="02020603050405020304" pitchFamily="18" charset="0"/>
                      </a:endParaRP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dirty="0">
                          <a:solidFill>
                            <a:srgbClr val="1F1F1F"/>
                          </a:solidFill>
                          <a:effectLst/>
                          <a:latin typeface="Times New Roman" panose="02020603050405020304" pitchFamily="18" charset="0"/>
                          <a:cs typeface="Times New Roman" panose="02020603050405020304" pitchFamily="18" charset="0"/>
                        </a:rPr>
                        <a:t>Efficiently handles basic user management tasks like adding or deleting profiles.</a:t>
                      </a: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74384452"/>
                  </a:ext>
                </a:extLst>
              </a:tr>
              <a:tr h="519130">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Limitations / Gaps</a:t>
                      </a:r>
                      <a:endParaRPr lang="en-GB" sz="1400">
                        <a:solidFill>
                          <a:srgbClr val="1F1F1F"/>
                        </a:solidFill>
                        <a:effectLst/>
                        <a:latin typeface="Times New Roman" panose="02020603050405020304" pitchFamily="18" charset="0"/>
                        <a:cs typeface="Times New Roman" panose="02020603050405020304" pitchFamily="18" charset="0"/>
                      </a:endParaRP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dirty="0">
                          <a:solidFill>
                            <a:srgbClr val="1F1F1F"/>
                          </a:solidFill>
                          <a:effectLst/>
                          <a:latin typeface="Times New Roman" panose="02020603050405020304" pitchFamily="18" charset="0"/>
                          <a:cs typeface="Times New Roman" panose="02020603050405020304" pitchFamily="18" charset="0"/>
                        </a:rPr>
                        <a:t>Does not integrate real-time scheduling or "Master Timetables" for the Admin.</a:t>
                      </a: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58389550"/>
                  </a:ext>
                </a:extLst>
              </a:tr>
            </a:tbl>
          </a:graphicData>
        </a:graphic>
      </p:graphicFrame>
    </p:spTree>
    <p:extLst>
      <p:ext uri="{BB962C8B-B14F-4D97-AF65-F5344CB8AC3E}">
        <p14:creationId xmlns:p14="http://schemas.microsoft.com/office/powerpoint/2010/main" val="3711129855"/>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1E26-FBB9-134D-E529-87AD3B242FC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9D1CDDC-FA95-2A39-EA1A-2BD47D231C6F}"/>
              </a:ext>
            </a:extLst>
          </p:cNvPr>
          <p:cNvSpPr>
            <a:spLocks noGrp="1"/>
          </p:cNvSpPr>
          <p:nvPr>
            <p:ph type="sldNum" sz="quarter" idx="4"/>
          </p:nvPr>
        </p:nvSpPr>
        <p:spPr>
          <a:xfrm>
            <a:off x="8629650" y="4817444"/>
            <a:ext cx="514350" cy="326056"/>
          </a:xfrm>
        </p:spPr>
        <p:txBody>
          <a:bodyPr/>
          <a:lstStyle/>
          <a:p>
            <a:fld id="{4B327F5A-7D8F-4012-9A1A-2197D74A174F}" type="slidenum">
              <a:rPr lang="en-IN" smtClean="0"/>
              <a:pPr/>
              <a:t>6</a:t>
            </a:fld>
            <a:endParaRPr lang="en-IN" dirty="0"/>
          </a:p>
        </p:txBody>
      </p:sp>
      <p:sp>
        <p:nvSpPr>
          <p:cNvPr id="3" name="object 2">
            <a:extLst>
              <a:ext uri="{FF2B5EF4-FFF2-40B4-BE49-F238E27FC236}">
                <a16:creationId xmlns:a16="http://schemas.microsoft.com/office/drawing/2014/main" id="{188C9A40-2A53-E248-4B32-386B7901523E}"/>
              </a:ext>
            </a:extLst>
          </p:cNvPr>
          <p:cNvSpPr txBox="1">
            <a:spLocks noGrp="1"/>
          </p:cNvSpPr>
          <p:nvPr>
            <p:ph type="title"/>
          </p:nvPr>
        </p:nvSpPr>
        <p:spPr>
          <a:xfrm>
            <a:off x="66039" y="188849"/>
            <a:ext cx="7432040" cy="534120"/>
          </a:xfrm>
          <a:prstGeom prst="rect">
            <a:avLst/>
          </a:prstGeom>
        </p:spPr>
        <p:txBody>
          <a:bodyPr vert="horz" wrap="square" lIns="0" tIns="71754" rIns="0" bIns="0" rtlCol="0" anchor="t">
            <a:spAutoFit/>
          </a:bodyPr>
          <a:lstStyle/>
          <a:p>
            <a:pPr marL="45085">
              <a:lnSpc>
                <a:spcPct val="100000"/>
              </a:lnSpc>
              <a:spcBef>
                <a:spcPts val="105"/>
              </a:spcBef>
            </a:pPr>
            <a:r>
              <a:rPr lang="en-US" spc="-30" dirty="0">
                <a:latin typeface="Times New Roman" panose="02020603050405020304" pitchFamily="18" charset="0"/>
                <a:cs typeface="Times New Roman" panose="02020603050405020304" pitchFamily="18" charset="0"/>
              </a:rPr>
              <a:t>Literature Review: Paper 3</a:t>
            </a:r>
          </a:p>
        </p:txBody>
      </p:sp>
      <p:graphicFrame>
        <p:nvGraphicFramePr>
          <p:cNvPr id="4" name="Table 3">
            <a:extLst>
              <a:ext uri="{FF2B5EF4-FFF2-40B4-BE49-F238E27FC236}">
                <a16:creationId xmlns:a16="http://schemas.microsoft.com/office/drawing/2014/main" id="{B82821DB-4DE1-36F0-1827-69F7D301B2E0}"/>
              </a:ext>
            </a:extLst>
          </p:cNvPr>
          <p:cNvGraphicFramePr>
            <a:graphicFrameLocks noGrp="1"/>
          </p:cNvGraphicFramePr>
          <p:nvPr>
            <p:extLst>
              <p:ext uri="{D42A27DB-BD31-4B8C-83A1-F6EECF244321}">
                <p14:modId xmlns:p14="http://schemas.microsoft.com/office/powerpoint/2010/main" val="3775566340"/>
              </p:ext>
            </p:extLst>
          </p:nvPr>
        </p:nvGraphicFramePr>
        <p:xfrm>
          <a:off x="205187" y="1346613"/>
          <a:ext cx="8173500" cy="3231160"/>
        </p:xfrm>
        <a:graphic>
          <a:graphicData uri="http://schemas.openxmlformats.org/drawingml/2006/table">
            <a:tbl>
              <a:tblPr/>
              <a:tblGrid>
                <a:gridCol w="2315875">
                  <a:extLst>
                    <a:ext uri="{9D8B030D-6E8A-4147-A177-3AD203B41FA5}">
                      <a16:colId xmlns:a16="http://schemas.microsoft.com/office/drawing/2014/main" val="424457404"/>
                    </a:ext>
                  </a:extLst>
                </a:gridCol>
                <a:gridCol w="5857625">
                  <a:extLst>
                    <a:ext uri="{9D8B030D-6E8A-4147-A177-3AD203B41FA5}">
                      <a16:colId xmlns:a16="http://schemas.microsoft.com/office/drawing/2014/main" val="2913929210"/>
                    </a:ext>
                  </a:extLst>
                </a:gridCol>
              </a:tblGrid>
              <a:tr h="211075">
                <a:tc>
                  <a:txBody>
                    <a:bodyPr/>
                    <a:lstStyle/>
                    <a:p>
                      <a:pPr rtl="0">
                        <a:buNone/>
                      </a:pPr>
                      <a:r>
                        <a:rPr lang="en-GB" sz="1400" b="1" dirty="0">
                          <a:solidFill>
                            <a:srgbClr val="1F1F1F"/>
                          </a:solidFill>
                          <a:effectLst/>
                          <a:latin typeface="Times New Roman" panose="02020603050405020304" pitchFamily="18" charset="0"/>
                          <a:cs typeface="Times New Roman" panose="02020603050405020304" pitchFamily="18" charset="0"/>
                        </a:rPr>
                        <a:t>Aspect</a:t>
                      </a:r>
                      <a:endParaRPr lang="en-GB" sz="1400" dirty="0">
                        <a:solidFill>
                          <a:srgbClr val="1F1F1F"/>
                        </a:solidFill>
                        <a:effectLst/>
                        <a:latin typeface="Times New Roman" panose="02020603050405020304" pitchFamily="18" charset="0"/>
                        <a:cs typeface="Times New Roman" panose="02020603050405020304" pitchFamily="18" charset="0"/>
                      </a:endParaRP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Details</a:t>
                      </a:r>
                      <a:endParaRPr lang="en-GB" sz="1400">
                        <a:solidFill>
                          <a:srgbClr val="1F1F1F"/>
                        </a:solidFill>
                        <a:effectLst/>
                        <a:latin typeface="Times New Roman" panose="02020603050405020304" pitchFamily="18" charset="0"/>
                        <a:cs typeface="Times New Roman" panose="02020603050405020304" pitchFamily="18" charset="0"/>
                      </a:endParaRP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5085563"/>
                  </a:ext>
                </a:extLst>
              </a:tr>
              <a:tr h="365102">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Title</a:t>
                      </a:r>
                      <a:endParaRPr lang="en-GB" sz="1400">
                        <a:solidFill>
                          <a:srgbClr val="1F1F1F"/>
                        </a:solidFill>
                        <a:effectLst/>
                        <a:latin typeface="Times New Roman" panose="02020603050405020304" pitchFamily="18" charset="0"/>
                        <a:cs typeface="Times New Roman" panose="02020603050405020304" pitchFamily="18" charset="0"/>
                      </a:endParaRP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a:solidFill>
                            <a:srgbClr val="1F1F1F"/>
                          </a:solidFill>
                          <a:effectLst/>
                          <a:latin typeface="Times New Roman" panose="02020603050405020304" pitchFamily="18" charset="0"/>
                          <a:cs typeface="Times New Roman" panose="02020603050405020304" pitchFamily="18" charset="0"/>
                        </a:rPr>
                        <a:t>A learning analytics-based leaderboard feedback approach</a:t>
                      </a: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5476882"/>
                  </a:ext>
                </a:extLst>
              </a:tr>
              <a:tr h="519130">
                <a:tc>
                  <a:txBody>
                    <a:bodyPr/>
                    <a:lstStyle/>
                    <a:p>
                      <a:pPr rtl="0">
                        <a:buNone/>
                      </a:pPr>
                      <a:r>
                        <a:rPr lang="en-GB" sz="1400" b="1" dirty="0">
                          <a:solidFill>
                            <a:srgbClr val="1F1F1F"/>
                          </a:solidFill>
                          <a:effectLst/>
                          <a:latin typeface="Times New Roman" panose="02020603050405020304" pitchFamily="18" charset="0"/>
                          <a:cs typeface="Times New Roman" panose="02020603050405020304" pitchFamily="18" charset="0"/>
                        </a:rPr>
                        <a:t>Objective</a:t>
                      </a:r>
                      <a:endParaRPr lang="en-GB" sz="1400" dirty="0">
                        <a:solidFill>
                          <a:srgbClr val="1F1F1F"/>
                        </a:solidFill>
                        <a:effectLst/>
                        <a:latin typeface="Times New Roman" panose="02020603050405020304" pitchFamily="18" charset="0"/>
                        <a:cs typeface="Times New Roman" panose="02020603050405020304" pitchFamily="18" charset="0"/>
                      </a:endParaRP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dirty="0">
                          <a:solidFill>
                            <a:srgbClr val="1F1F1F"/>
                          </a:solidFill>
                          <a:effectLst/>
                          <a:latin typeface="Times New Roman" panose="02020603050405020304" pitchFamily="18" charset="0"/>
                          <a:cs typeface="Times New Roman" panose="02020603050405020304" pitchFamily="18" charset="0"/>
                        </a:rPr>
                        <a:t>To boost student cognitive engagement through competitive digital leaderboards.</a:t>
                      </a: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9105565"/>
                  </a:ext>
                </a:extLst>
              </a:tr>
              <a:tr h="519130">
                <a:tc>
                  <a:txBody>
                    <a:bodyPr/>
                    <a:lstStyle/>
                    <a:p>
                      <a:pPr rtl="0">
                        <a:buNone/>
                      </a:pPr>
                      <a:r>
                        <a:rPr lang="en-GB" sz="1400" b="1" dirty="0">
                          <a:solidFill>
                            <a:srgbClr val="1F1F1F"/>
                          </a:solidFill>
                          <a:effectLst/>
                          <a:latin typeface="Times New Roman" panose="02020603050405020304" pitchFamily="18" charset="0"/>
                          <a:cs typeface="Times New Roman" panose="02020603050405020304" pitchFamily="18" charset="0"/>
                        </a:rPr>
                        <a:t>Methodology</a:t>
                      </a:r>
                      <a:endParaRPr lang="en-GB" sz="1400" dirty="0">
                        <a:solidFill>
                          <a:srgbClr val="1F1F1F"/>
                        </a:solidFill>
                        <a:effectLst/>
                        <a:latin typeface="Times New Roman" panose="02020603050405020304" pitchFamily="18" charset="0"/>
                        <a:cs typeface="Times New Roman" panose="02020603050405020304" pitchFamily="18" charset="0"/>
                      </a:endParaRP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a:solidFill>
                            <a:srgbClr val="1F1F1F"/>
                          </a:solidFill>
                          <a:effectLst/>
                          <a:latin typeface="Times New Roman" panose="02020603050405020304" pitchFamily="18" charset="0"/>
                          <a:cs typeface="Times New Roman" panose="02020603050405020304" pitchFamily="18" charset="0"/>
                        </a:rPr>
                        <a:t>Integrated rank-based feedback systems into online collaborative learning environments.</a:t>
                      </a: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11248003"/>
                  </a:ext>
                </a:extLst>
              </a:tr>
              <a:tr h="519130">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Key Findings</a:t>
                      </a:r>
                      <a:endParaRPr lang="en-GB" sz="1400">
                        <a:solidFill>
                          <a:srgbClr val="1F1F1F"/>
                        </a:solidFill>
                        <a:effectLst/>
                        <a:latin typeface="Times New Roman" panose="02020603050405020304" pitchFamily="18" charset="0"/>
                        <a:cs typeface="Times New Roman" panose="02020603050405020304" pitchFamily="18" charset="0"/>
                      </a:endParaRP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dirty="0">
                          <a:solidFill>
                            <a:srgbClr val="1F1F1F"/>
                          </a:solidFill>
                          <a:effectLst/>
                          <a:latin typeface="Times New Roman" panose="02020603050405020304" pitchFamily="18" charset="0"/>
                          <a:cs typeface="Times New Roman" panose="02020603050405020304" pitchFamily="18" charset="0"/>
                        </a:rPr>
                        <a:t>Real-time feedback on performance significantly motivates students to improve their scores.</a:t>
                      </a: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77640277"/>
                  </a:ext>
                </a:extLst>
              </a:tr>
              <a:tr h="519130">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Strengths</a:t>
                      </a:r>
                      <a:endParaRPr lang="en-GB" sz="1400">
                        <a:solidFill>
                          <a:srgbClr val="1F1F1F"/>
                        </a:solidFill>
                        <a:effectLst/>
                        <a:latin typeface="Times New Roman" panose="02020603050405020304" pitchFamily="18" charset="0"/>
                        <a:cs typeface="Times New Roman" panose="02020603050405020304" pitchFamily="18" charset="0"/>
                      </a:endParaRP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dirty="0">
                          <a:solidFill>
                            <a:srgbClr val="1F1F1F"/>
                          </a:solidFill>
                          <a:effectLst/>
                          <a:latin typeface="Times New Roman" panose="02020603050405020304" pitchFamily="18" charset="0"/>
                          <a:cs typeface="Times New Roman" panose="02020603050405020304" pitchFamily="18" charset="0"/>
                        </a:rPr>
                        <a:t>Successfully bridges the gap between raw data and student motivation.</a:t>
                      </a: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47732743"/>
                  </a:ext>
                </a:extLst>
              </a:tr>
              <a:tr h="519130">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Limitations / Gaps</a:t>
                      </a:r>
                      <a:endParaRPr lang="en-GB" sz="1400">
                        <a:solidFill>
                          <a:srgbClr val="1F1F1F"/>
                        </a:solidFill>
                        <a:effectLst/>
                        <a:latin typeface="Times New Roman" panose="02020603050405020304" pitchFamily="18" charset="0"/>
                        <a:cs typeface="Times New Roman" panose="02020603050405020304" pitchFamily="18" charset="0"/>
                      </a:endParaRP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dirty="0">
                          <a:solidFill>
                            <a:srgbClr val="1F1F1F"/>
                          </a:solidFill>
                          <a:effectLst/>
                          <a:latin typeface="Times New Roman" panose="02020603050405020304" pitchFamily="18" charset="0"/>
                          <a:cs typeface="Times New Roman" panose="02020603050405020304" pitchFamily="18" charset="0"/>
                        </a:rPr>
                        <a:t>The leaderboard is a standalone feature; it is not linked to attendance or daily schedules.</a:t>
                      </a: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02424482"/>
                  </a:ext>
                </a:extLst>
              </a:tr>
            </a:tbl>
          </a:graphicData>
        </a:graphic>
      </p:graphicFrame>
    </p:spTree>
    <p:extLst>
      <p:ext uri="{BB962C8B-B14F-4D97-AF65-F5344CB8AC3E}">
        <p14:creationId xmlns:p14="http://schemas.microsoft.com/office/powerpoint/2010/main" val="1274521399"/>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4A8B9-0284-E877-7597-92881B859AF1}"/>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4B2CF42-DBB4-9266-F6AB-755C5B712723}"/>
              </a:ext>
            </a:extLst>
          </p:cNvPr>
          <p:cNvSpPr>
            <a:spLocks noGrp="1"/>
          </p:cNvSpPr>
          <p:nvPr>
            <p:ph type="sldNum" sz="quarter" idx="4"/>
          </p:nvPr>
        </p:nvSpPr>
        <p:spPr>
          <a:xfrm>
            <a:off x="8629650" y="4817444"/>
            <a:ext cx="514350" cy="326056"/>
          </a:xfrm>
        </p:spPr>
        <p:txBody>
          <a:bodyPr/>
          <a:lstStyle/>
          <a:p>
            <a:fld id="{4B327F5A-7D8F-4012-9A1A-2197D74A174F}" type="slidenum">
              <a:rPr lang="en-IN" smtClean="0"/>
              <a:pPr/>
              <a:t>7</a:t>
            </a:fld>
            <a:endParaRPr lang="en-IN" dirty="0"/>
          </a:p>
        </p:txBody>
      </p:sp>
      <p:sp>
        <p:nvSpPr>
          <p:cNvPr id="3" name="object 2">
            <a:extLst>
              <a:ext uri="{FF2B5EF4-FFF2-40B4-BE49-F238E27FC236}">
                <a16:creationId xmlns:a16="http://schemas.microsoft.com/office/drawing/2014/main" id="{6936AD07-D786-7AF8-ED08-8C8FF1DFAFBE}"/>
              </a:ext>
            </a:extLst>
          </p:cNvPr>
          <p:cNvSpPr txBox="1">
            <a:spLocks noGrp="1"/>
          </p:cNvSpPr>
          <p:nvPr>
            <p:ph type="title"/>
          </p:nvPr>
        </p:nvSpPr>
        <p:spPr>
          <a:xfrm>
            <a:off x="66039" y="188849"/>
            <a:ext cx="7432040" cy="534120"/>
          </a:xfrm>
          <a:prstGeom prst="rect">
            <a:avLst/>
          </a:prstGeom>
        </p:spPr>
        <p:txBody>
          <a:bodyPr vert="horz" wrap="square" lIns="0" tIns="71754" rIns="0" bIns="0" rtlCol="0" anchor="t">
            <a:spAutoFit/>
          </a:bodyPr>
          <a:lstStyle/>
          <a:p>
            <a:pPr marL="45085">
              <a:lnSpc>
                <a:spcPct val="100000"/>
              </a:lnSpc>
              <a:spcBef>
                <a:spcPts val="105"/>
              </a:spcBef>
            </a:pPr>
            <a:r>
              <a:rPr lang="en-US" spc="-30" dirty="0">
                <a:latin typeface="Times New Roman" panose="02020603050405020304" pitchFamily="18" charset="0"/>
                <a:cs typeface="Times New Roman" panose="02020603050405020304" pitchFamily="18" charset="0"/>
              </a:rPr>
              <a:t>Literature Review: Paper 4</a:t>
            </a:r>
          </a:p>
        </p:txBody>
      </p:sp>
      <p:graphicFrame>
        <p:nvGraphicFramePr>
          <p:cNvPr id="4" name="Table 3">
            <a:extLst>
              <a:ext uri="{FF2B5EF4-FFF2-40B4-BE49-F238E27FC236}">
                <a16:creationId xmlns:a16="http://schemas.microsoft.com/office/drawing/2014/main" id="{3F3CA05C-428B-239E-A703-0433B8137D08}"/>
              </a:ext>
            </a:extLst>
          </p:cNvPr>
          <p:cNvGraphicFramePr>
            <a:graphicFrameLocks noGrp="1"/>
          </p:cNvGraphicFramePr>
          <p:nvPr>
            <p:extLst>
              <p:ext uri="{D42A27DB-BD31-4B8C-83A1-F6EECF244321}">
                <p14:modId xmlns:p14="http://schemas.microsoft.com/office/powerpoint/2010/main" val="1458482666"/>
              </p:ext>
            </p:extLst>
          </p:nvPr>
        </p:nvGraphicFramePr>
        <p:xfrm>
          <a:off x="228600" y="1263609"/>
          <a:ext cx="8120270" cy="3223296"/>
        </p:xfrm>
        <a:graphic>
          <a:graphicData uri="http://schemas.openxmlformats.org/drawingml/2006/table">
            <a:tbl>
              <a:tblPr/>
              <a:tblGrid>
                <a:gridCol w="2497766">
                  <a:extLst>
                    <a:ext uri="{9D8B030D-6E8A-4147-A177-3AD203B41FA5}">
                      <a16:colId xmlns:a16="http://schemas.microsoft.com/office/drawing/2014/main" val="976722555"/>
                    </a:ext>
                  </a:extLst>
                </a:gridCol>
                <a:gridCol w="5622504">
                  <a:extLst>
                    <a:ext uri="{9D8B030D-6E8A-4147-A177-3AD203B41FA5}">
                      <a16:colId xmlns:a16="http://schemas.microsoft.com/office/drawing/2014/main" val="115690168"/>
                    </a:ext>
                  </a:extLst>
                </a:gridCol>
              </a:tblGrid>
              <a:tr h="221848">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Aspect</a:t>
                      </a:r>
                      <a:endParaRPr lang="en-GB" sz="1400">
                        <a:solidFill>
                          <a:srgbClr val="1F1F1F"/>
                        </a:solidFill>
                        <a:effectLst/>
                        <a:latin typeface="Times New Roman" panose="02020603050405020304" pitchFamily="18" charset="0"/>
                        <a:cs typeface="Times New Roman" panose="02020603050405020304" pitchFamily="18" charset="0"/>
                      </a:endParaRP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Details</a:t>
                      </a:r>
                      <a:endParaRPr lang="en-GB" sz="1400">
                        <a:solidFill>
                          <a:srgbClr val="1F1F1F"/>
                        </a:solidFill>
                        <a:effectLst/>
                        <a:latin typeface="Times New Roman" panose="02020603050405020304" pitchFamily="18" charset="0"/>
                        <a:cs typeface="Times New Roman" panose="02020603050405020304" pitchFamily="18" charset="0"/>
                      </a:endParaRP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9078552"/>
                  </a:ext>
                </a:extLst>
              </a:tr>
              <a:tr h="545626">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Title</a:t>
                      </a:r>
                      <a:endParaRPr lang="en-GB" sz="1400">
                        <a:solidFill>
                          <a:srgbClr val="1F1F1F"/>
                        </a:solidFill>
                        <a:effectLst/>
                        <a:latin typeface="Times New Roman" panose="02020603050405020304" pitchFamily="18" charset="0"/>
                        <a:cs typeface="Times New Roman" panose="02020603050405020304" pitchFamily="18" charset="0"/>
                      </a:endParaRP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a:solidFill>
                            <a:srgbClr val="1F1F1F"/>
                          </a:solidFill>
                          <a:effectLst/>
                          <a:latin typeface="Times New Roman" panose="02020603050405020304" pitchFamily="18" charset="0"/>
                          <a:cs typeface="Times New Roman" panose="02020603050405020304" pitchFamily="18" charset="0"/>
                        </a:rPr>
                        <a:t>Develop a new Student Attendance system Using QR Code for Smartphone</a:t>
                      </a: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87331945"/>
                  </a:ext>
                </a:extLst>
              </a:tr>
              <a:tr h="545626">
                <a:tc>
                  <a:txBody>
                    <a:bodyPr/>
                    <a:lstStyle/>
                    <a:p>
                      <a:pPr rtl="0">
                        <a:buNone/>
                      </a:pPr>
                      <a:r>
                        <a:rPr lang="en-GB" sz="1400" b="1" dirty="0">
                          <a:solidFill>
                            <a:srgbClr val="1F1F1F"/>
                          </a:solidFill>
                          <a:effectLst/>
                          <a:latin typeface="Times New Roman" panose="02020603050405020304" pitchFamily="18" charset="0"/>
                          <a:cs typeface="Times New Roman" panose="02020603050405020304" pitchFamily="18" charset="0"/>
                        </a:rPr>
                        <a:t>Objective</a:t>
                      </a:r>
                      <a:endParaRPr lang="en-GB" sz="1400" dirty="0">
                        <a:solidFill>
                          <a:srgbClr val="1F1F1F"/>
                        </a:solidFill>
                        <a:effectLst/>
                        <a:latin typeface="Times New Roman" panose="02020603050405020304" pitchFamily="18" charset="0"/>
                        <a:cs typeface="Times New Roman" panose="02020603050405020304" pitchFamily="18" charset="0"/>
                      </a:endParaRP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a:solidFill>
                            <a:srgbClr val="1F1F1F"/>
                          </a:solidFill>
                          <a:effectLst/>
                          <a:latin typeface="Times New Roman" panose="02020603050405020304" pitchFamily="18" charset="0"/>
                          <a:cs typeface="Times New Roman" panose="02020603050405020304" pitchFamily="18" charset="0"/>
                        </a:rPr>
                        <a:t>To simplify attendance logging by using personal smartphones and cloud storage.</a:t>
                      </a: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52916934"/>
                  </a:ext>
                </a:extLst>
              </a:tr>
              <a:tr h="545626">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Methodology</a:t>
                      </a:r>
                      <a:endParaRPr lang="en-GB" sz="1400">
                        <a:solidFill>
                          <a:srgbClr val="1F1F1F"/>
                        </a:solidFill>
                        <a:effectLst/>
                        <a:latin typeface="Times New Roman" panose="02020603050405020304" pitchFamily="18" charset="0"/>
                        <a:cs typeface="Times New Roman" panose="02020603050405020304" pitchFamily="18" charset="0"/>
                      </a:endParaRP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a:solidFill>
                            <a:srgbClr val="1F1F1F"/>
                          </a:solidFill>
                          <a:effectLst/>
                          <a:latin typeface="Times New Roman" panose="02020603050405020304" pitchFamily="18" charset="0"/>
                          <a:cs typeface="Times New Roman" panose="02020603050405020304" pitchFamily="18" charset="0"/>
                        </a:rPr>
                        <a:t>Implementation of mobile-responsive web applications for real-time scanning.</a:t>
                      </a: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0532032"/>
                  </a:ext>
                </a:extLst>
              </a:tr>
              <a:tr h="545626">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Key Findings</a:t>
                      </a:r>
                      <a:endParaRPr lang="en-GB" sz="1400">
                        <a:solidFill>
                          <a:srgbClr val="1F1F1F"/>
                        </a:solidFill>
                        <a:effectLst/>
                        <a:latin typeface="Times New Roman" panose="02020603050405020304" pitchFamily="18" charset="0"/>
                        <a:cs typeface="Times New Roman" panose="02020603050405020304" pitchFamily="18" charset="0"/>
                      </a:endParaRP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dirty="0">
                          <a:solidFill>
                            <a:srgbClr val="1F1F1F"/>
                          </a:solidFill>
                          <a:effectLst/>
                          <a:latin typeface="Times New Roman" panose="02020603050405020304" pitchFamily="18" charset="0"/>
                          <a:cs typeface="Times New Roman" panose="02020603050405020304" pitchFamily="18" charset="0"/>
                        </a:rPr>
                        <a:t>High accessibility for students, but requires manual oversight to ensure data accuracy.</a:t>
                      </a: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13664975"/>
                  </a:ext>
                </a:extLst>
              </a:tr>
              <a:tr h="383737">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Strengths</a:t>
                      </a:r>
                      <a:endParaRPr lang="en-GB" sz="1400">
                        <a:solidFill>
                          <a:srgbClr val="1F1F1F"/>
                        </a:solidFill>
                        <a:effectLst/>
                        <a:latin typeface="Times New Roman" panose="02020603050405020304" pitchFamily="18" charset="0"/>
                        <a:cs typeface="Times New Roman" panose="02020603050405020304" pitchFamily="18" charset="0"/>
                      </a:endParaRP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a:solidFill>
                            <a:srgbClr val="1F1F1F"/>
                          </a:solidFill>
                          <a:effectLst/>
                          <a:latin typeface="Times New Roman" panose="02020603050405020304" pitchFamily="18" charset="0"/>
                          <a:cs typeface="Times New Roman" panose="02020603050405020304" pitchFamily="18" charset="0"/>
                        </a:rPr>
                        <a:t>Cost-effective as it utilizes existing student hardware (smartphones).</a:t>
                      </a: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7205323"/>
                  </a:ext>
                </a:extLst>
              </a:tr>
              <a:tr h="383737">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Limitations / Gaps</a:t>
                      </a:r>
                      <a:endParaRPr lang="en-GB" sz="1400">
                        <a:solidFill>
                          <a:srgbClr val="1F1F1F"/>
                        </a:solidFill>
                        <a:effectLst/>
                        <a:latin typeface="Times New Roman" panose="02020603050405020304" pitchFamily="18" charset="0"/>
                        <a:cs typeface="Times New Roman" panose="02020603050405020304" pitchFamily="18" charset="0"/>
                      </a:endParaRP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dirty="0">
                          <a:solidFill>
                            <a:srgbClr val="1F1F1F"/>
                          </a:solidFill>
                          <a:effectLst/>
                          <a:latin typeface="Times New Roman" panose="02020603050405020304" pitchFamily="18" charset="0"/>
                          <a:cs typeface="Times New Roman" panose="02020603050405020304" pitchFamily="18" charset="0"/>
                        </a:rPr>
                        <a:t>Lacks deep-dive analytics for faculty to view "complete attendance logs".</a:t>
                      </a: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32085197"/>
                  </a:ext>
                </a:extLst>
              </a:tr>
            </a:tbl>
          </a:graphicData>
        </a:graphic>
      </p:graphicFrame>
    </p:spTree>
    <p:extLst>
      <p:ext uri="{BB962C8B-B14F-4D97-AF65-F5344CB8AC3E}">
        <p14:creationId xmlns:p14="http://schemas.microsoft.com/office/powerpoint/2010/main" val="2326179240"/>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1BACAF-B688-8141-7B94-B58EAB50893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1DDABC0-D892-D8F2-769E-F268F68BD9A3}"/>
              </a:ext>
            </a:extLst>
          </p:cNvPr>
          <p:cNvSpPr>
            <a:spLocks noGrp="1"/>
          </p:cNvSpPr>
          <p:nvPr>
            <p:ph type="sldNum" sz="quarter" idx="4"/>
          </p:nvPr>
        </p:nvSpPr>
        <p:spPr>
          <a:xfrm>
            <a:off x="8629650" y="4817444"/>
            <a:ext cx="514350" cy="326056"/>
          </a:xfrm>
        </p:spPr>
        <p:txBody>
          <a:bodyPr/>
          <a:lstStyle/>
          <a:p>
            <a:fld id="{4B327F5A-7D8F-4012-9A1A-2197D74A174F}" type="slidenum">
              <a:rPr lang="en-IN" smtClean="0"/>
              <a:pPr/>
              <a:t>8</a:t>
            </a:fld>
            <a:endParaRPr lang="en-IN" dirty="0"/>
          </a:p>
        </p:txBody>
      </p:sp>
      <p:sp>
        <p:nvSpPr>
          <p:cNvPr id="3" name="object 2">
            <a:extLst>
              <a:ext uri="{FF2B5EF4-FFF2-40B4-BE49-F238E27FC236}">
                <a16:creationId xmlns:a16="http://schemas.microsoft.com/office/drawing/2014/main" id="{875755F0-48CB-0029-9E6F-AA6805B50D97}"/>
              </a:ext>
            </a:extLst>
          </p:cNvPr>
          <p:cNvSpPr txBox="1">
            <a:spLocks noGrp="1"/>
          </p:cNvSpPr>
          <p:nvPr>
            <p:ph type="title"/>
          </p:nvPr>
        </p:nvSpPr>
        <p:spPr>
          <a:xfrm>
            <a:off x="66039" y="188849"/>
            <a:ext cx="7432040" cy="534120"/>
          </a:xfrm>
          <a:prstGeom prst="rect">
            <a:avLst/>
          </a:prstGeom>
        </p:spPr>
        <p:txBody>
          <a:bodyPr vert="horz" wrap="square" lIns="0" tIns="71754" rIns="0" bIns="0" rtlCol="0" anchor="t">
            <a:spAutoFit/>
          </a:bodyPr>
          <a:lstStyle/>
          <a:p>
            <a:pPr marL="45085">
              <a:lnSpc>
                <a:spcPct val="100000"/>
              </a:lnSpc>
              <a:spcBef>
                <a:spcPts val="105"/>
              </a:spcBef>
            </a:pPr>
            <a:r>
              <a:rPr lang="en-US" spc="-30" dirty="0">
                <a:latin typeface="Times New Roman" panose="02020603050405020304" pitchFamily="18" charset="0"/>
                <a:cs typeface="Times New Roman" panose="02020603050405020304" pitchFamily="18" charset="0"/>
              </a:rPr>
              <a:t>Literature Review: Paper 5</a:t>
            </a:r>
          </a:p>
        </p:txBody>
      </p:sp>
      <p:graphicFrame>
        <p:nvGraphicFramePr>
          <p:cNvPr id="5" name="Table 4">
            <a:extLst>
              <a:ext uri="{FF2B5EF4-FFF2-40B4-BE49-F238E27FC236}">
                <a16:creationId xmlns:a16="http://schemas.microsoft.com/office/drawing/2014/main" id="{9C70ED52-859E-6810-98C7-95967ADE9E2E}"/>
              </a:ext>
            </a:extLst>
          </p:cNvPr>
          <p:cNvGraphicFramePr>
            <a:graphicFrameLocks noGrp="1"/>
          </p:cNvGraphicFramePr>
          <p:nvPr>
            <p:extLst>
              <p:ext uri="{D42A27DB-BD31-4B8C-83A1-F6EECF244321}">
                <p14:modId xmlns:p14="http://schemas.microsoft.com/office/powerpoint/2010/main" val="745873236"/>
              </p:ext>
            </p:extLst>
          </p:nvPr>
        </p:nvGraphicFramePr>
        <p:xfrm>
          <a:off x="188844" y="1321904"/>
          <a:ext cx="8169964" cy="3309731"/>
        </p:xfrm>
        <a:graphic>
          <a:graphicData uri="http://schemas.openxmlformats.org/drawingml/2006/table">
            <a:tbl>
              <a:tblPr/>
              <a:tblGrid>
                <a:gridCol w="2425147">
                  <a:extLst>
                    <a:ext uri="{9D8B030D-6E8A-4147-A177-3AD203B41FA5}">
                      <a16:colId xmlns:a16="http://schemas.microsoft.com/office/drawing/2014/main" val="1905266086"/>
                    </a:ext>
                  </a:extLst>
                </a:gridCol>
                <a:gridCol w="5744817">
                  <a:extLst>
                    <a:ext uri="{9D8B030D-6E8A-4147-A177-3AD203B41FA5}">
                      <a16:colId xmlns:a16="http://schemas.microsoft.com/office/drawing/2014/main" val="3969764094"/>
                    </a:ext>
                  </a:extLst>
                </a:gridCol>
              </a:tblGrid>
              <a:tr h="287492">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Aspect</a:t>
                      </a:r>
                      <a:endParaRPr lang="en-GB" sz="1400">
                        <a:solidFill>
                          <a:srgbClr val="1F1F1F"/>
                        </a:solidFill>
                        <a:effectLst/>
                        <a:latin typeface="Times New Roman" panose="02020603050405020304" pitchFamily="18" charset="0"/>
                        <a:cs typeface="Times New Roman" panose="02020603050405020304" pitchFamily="18" charset="0"/>
                      </a:endParaRP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Details</a:t>
                      </a:r>
                      <a:endParaRPr lang="en-GB" sz="1400">
                        <a:solidFill>
                          <a:srgbClr val="1F1F1F"/>
                        </a:solidFill>
                        <a:effectLst/>
                        <a:latin typeface="Times New Roman" panose="02020603050405020304" pitchFamily="18" charset="0"/>
                        <a:cs typeface="Times New Roman" panose="02020603050405020304" pitchFamily="18" charset="0"/>
                      </a:endParaRP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06593251"/>
                  </a:ext>
                </a:extLst>
              </a:tr>
              <a:tr h="533737">
                <a:tc>
                  <a:txBody>
                    <a:bodyPr/>
                    <a:lstStyle/>
                    <a:p>
                      <a:pPr rtl="0">
                        <a:buNone/>
                      </a:pPr>
                      <a:r>
                        <a:rPr lang="en-GB" sz="1400" b="1" dirty="0">
                          <a:solidFill>
                            <a:srgbClr val="1F1F1F"/>
                          </a:solidFill>
                          <a:effectLst/>
                          <a:latin typeface="Times New Roman" panose="02020603050405020304" pitchFamily="18" charset="0"/>
                          <a:cs typeface="Times New Roman" panose="02020603050405020304" pitchFamily="18" charset="0"/>
                        </a:rPr>
                        <a:t>Title</a:t>
                      </a:r>
                      <a:endParaRPr lang="en-GB" sz="1400" dirty="0">
                        <a:solidFill>
                          <a:srgbClr val="1F1F1F"/>
                        </a:solidFill>
                        <a:effectLst/>
                        <a:latin typeface="Times New Roman" panose="02020603050405020304" pitchFamily="18" charset="0"/>
                        <a:cs typeface="Times New Roman" panose="02020603050405020304" pitchFamily="18" charset="0"/>
                      </a:endParaRP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a:solidFill>
                            <a:srgbClr val="1F1F1F"/>
                          </a:solidFill>
                          <a:effectLst/>
                          <a:latin typeface="Times New Roman" panose="02020603050405020304" pitchFamily="18" charset="0"/>
                          <a:cs typeface="Times New Roman" panose="02020603050405020304" pitchFamily="18" charset="0"/>
                        </a:rPr>
                        <a:t>Attendance Management System with Comprehensive Timetable Module</a:t>
                      </a: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56982779"/>
                  </a:ext>
                </a:extLst>
              </a:tr>
              <a:tr h="511916">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Objective</a:t>
                      </a:r>
                      <a:endParaRPr lang="en-GB" sz="1400">
                        <a:solidFill>
                          <a:srgbClr val="1F1F1F"/>
                        </a:solidFill>
                        <a:effectLst/>
                        <a:latin typeface="Times New Roman" panose="02020603050405020304" pitchFamily="18" charset="0"/>
                        <a:cs typeface="Times New Roman" panose="02020603050405020304" pitchFamily="18" charset="0"/>
                      </a:endParaRP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dirty="0">
                          <a:solidFill>
                            <a:srgbClr val="1F1F1F"/>
                          </a:solidFill>
                          <a:effectLst/>
                          <a:latin typeface="Times New Roman" panose="02020603050405020304" pitchFamily="18" charset="0"/>
                          <a:cs typeface="Times New Roman" panose="02020603050405020304" pitchFamily="18" charset="0"/>
                        </a:rPr>
                        <a:t>To synchronize attendance records with institutional class schedules.</a:t>
                      </a: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54330879"/>
                  </a:ext>
                </a:extLst>
              </a:tr>
              <a:tr h="533737">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Methodology</a:t>
                      </a:r>
                      <a:endParaRPr lang="en-GB" sz="1400">
                        <a:solidFill>
                          <a:srgbClr val="1F1F1F"/>
                        </a:solidFill>
                        <a:effectLst/>
                        <a:latin typeface="Times New Roman" panose="02020603050405020304" pitchFamily="18" charset="0"/>
                        <a:cs typeface="Times New Roman" panose="02020603050405020304" pitchFamily="18" charset="0"/>
                      </a:endParaRP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a:solidFill>
                            <a:srgbClr val="1F1F1F"/>
                          </a:solidFill>
                          <a:effectLst/>
                          <a:latin typeface="Times New Roman" panose="02020603050405020304" pitchFamily="18" charset="0"/>
                          <a:cs typeface="Times New Roman" panose="02020603050405020304" pitchFamily="18" charset="0"/>
                        </a:rPr>
                        <a:t>Mapping student presence timestamps to predefined timetable slots.</a:t>
                      </a: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1966961"/>
                  </a:ext>
                </a:extLst>
              </a:tr>
              <a:tr h="533737">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Key Findings</a:t>
                      </a:r>
                      <a:endParaRPr lang="en-GB" sz="1400">
                        <a:solidFill>
                          <a:srgbClr val="1F1F1F"/>
                        </a:solidFill>
                        <a:effectLst/>
                        <a:latin typeface="Times New Roman" panose="02020603050405020304" pitchFamily="18" charset="0"/>
                        <a:cs typeface="Times New Roman" panose="02020603050405020304" pitchFamily="18" charset="0"/>
                      </a:endParaRP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a:solidFill>
                            <a:srgbClr val="1F1F1F"/>
                          </a:solidFill>
                          <a:effectLst/>
                          <a:latin typeface="Times New Roman" panose="02020603050405020304" pitchFamily="18" charset="0"/>
                          <a:cs typeface="Times New Roman" panose="02020603050405020304" pitchFamily="18" charset="0"/>
                        </a:rPr>
                        <a:t>Subject-wise attendance tracking becomes more accurate when linked to a timetable.</a:t>
                      </a: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29600195"/>
                  </a:ext>
                </a:extLst>
              </a:tr>
              <a:tr h="375375">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Strengths</a:t>
                      </a:r>
                      <a:endParaRPr lang="en-GB" sz="1400">
                        <a:solidFill>
                          <a:srgbClr val="1F1F1F"/>
                        </a:solidFill>
                        <a:effectLst/>
                        <a:latin typeface="Times New Roman" panose="02020603050405020304" pitchFamily="18" charset="0"/>
                        <a:cs typeface="Times New Roman" panose="02020603050405020304" pitchFamily="18" charset="0"/>
                      </a:endParaRP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a:solidFill>
                            <a:srgbClr val="1F1F1F"/>
                          </a:solidFill>
                          <a:effectLst/>
                          <a:latin typeface="Times New Roman" panose="02020603050405020304" pitchFamily="18" charset="0"/>
                          <a:cs typeface="Times New Roman" panose="02020603050405020304" pitchFamily="18" charset="0"/>
                        </a:rPr>
                        <a:t>Reduces errors in subject-wise percentage calculations.</a:t>
                      </a: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56641289"/>
                  </a:ext>
                </a:extLst>
              </a:tr>
              <a:tr h="533737">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Limitations / Gaps</a:t>
                      </a:r>
                      <a:endParaRPr lang="en-GB" sz="1400">
                        <a:solidFill>
                          <a:srgbClr val="1F1F1F"/>
                        </a:solidFill>
                        <a:effectLst/>
                        <a:latin typeface="Times New Roman" panose="02020603050405020304" pitchFamily="18" charset="0"/>
                        <a:cs typeface="Times New Roman" panose="02020603050405020304" pitchFamily="18" charset="0"/>
                      </a:endParaRP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dirty="0">
                          <a:solidFill>
                            <a:srgbClr val="1F1F1F"/>
                          </a:solidFill>
                          <a:effectLst/>
                          <a:latin typeface="Times New Roman" panose="02020603050405020304" pitchFamily="18" charset="0"/>
                          <a:cs typeface="Times New Roman" panose="02020603050405020304" pitchFamily="18" charset="0"/>
                        </a:rPr>
                        <a:t>Missing a "Global Master View" for administrators to monitor all class activities.</a:t>
                      </a: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46622806"/>
                  </a:ext>
                </a:extLst>
              </a:tr>
            </a:tbl>
          </a:graphicData>
        </a:graphic>
      </p:graphicFrame>
    </p:spTree>
    <p:extLst>
      <p:ext uri="{BB962C8B-B14F-4D97-AF65-F5344CB8AC3E}">
        <p14:creationId xmlns:p14="http://schemas.microsoft.com/office/powerpoint/2010/main" val="3645399237"/>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901D5-6FDA-A615-26D3-494513D30E6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F4BA3B9-C041-7AB5-917C-5727B31D1C4B}"/>
              </a:ext>
            </a:extLst>
          </p:cNvPr>
          <p:cNvSpPr>
            <a:spLocks noGrp="1"/>
          </p:cNvSpPr>
          <p:nvPr>
            <p:ph type="sldNum" sz="quarter" idx="4"/>
          </p:nvPr>
        </p:nvSpPr>
        <p:spPr>
          <a:xfrm>
            <a:off x="8629650" y="4817444"/>
            <a:ext cx="514350" cy="326056"/>
          </a:xfrm>
        </p:spPr>
        <p:txBody>
          <a:bodyPr/>
          <a:lstStyle/>
          <a:p>
            <a:fld id="{4B327F5A-7D8F-4012-9A1A-2197D74A174F}" type="slidenum">
              <a:rPr lang="en-IN" smtClean="0"/>
              <a:pPr/>
              <a:t>9</a:t>
            </a:fld>
            <a:endParaRPr lang="en-IN" dirty="0"/>
          </a:p>
        </p:txBody>
      </p:sp>
      <p:sp>
        <p:nvSpPr>
          <p:cNvPr id="3" name="object 2">
            <a:extLst>
              <a:ext uri="{FF2B5EF4-FFF2-40B4-BE49-F238E27FC236}">
                <a16:creationId xmlns:a16="http://schemas.microsoft.com/office/drawing/2014/main" id="{78D6741D-BB02-7D6C-7FF8-0E528D85ED76}"/>
              </a:ext>
            </a:extLst>
          </p:cNvPr>
          <p:cNvSpPr txBox="1">
            <a:spLocks noGrp="1"/>
          </p:cNvSpPr>
          <p:nvPr>
            <p:ph type="title"/>
          </p:nvPr>
        </p:nvSpPr>
        <p:spPr>
          <a:xfrm>
            <a:off x="66039" y="188849"/>
            <a:ext cx="7432040" cy="534120"/>
          </a:xfrm>
          <a:prstGeom prst="rect">
            <a:avLst/>
          </a:prstGeom>
        </p:spPr>
        <p:txBody>
          <a:bodyPr vert="horz" wrap="square" lIns="0" tIns="71754" rIns="0" bIns="0" rtlCol="0" anchor="t">
            <a:spAutoFit/>
          </a:bodyPr>
          <a:lstStyle/>
          <a:p>
            <a:pPr marL="45085">
              <a:lnSpc>
                <a:spcPct val="100000"/>
              </a:lnSpc>
              <a:spcBef>
                <a:spcPts val="105"/>
              </a:spcBef>
            </a:pPr>
            <a:r>
              <a:rPr lang="en-US" spc="-30" dirty="0">
                <a:latin typeface="Times New Roman" panose="02020603050405020304" pitchFamily="18" charset="0"/>
                <a:cs typeface="Times New Roman" panose="02020603050405020304" pitchFamily="18" charset="0"/>
              </a:rPr>
              <a:t>Literature Review: Paper 6</a:t>
            </a:r>
          </a:p>
        </p:txBody>
      </p:sp>
      <p:graphicFrame>
        <p:nvGraphicFramePr>
          <p:cNvPr id="5" name="Table 4">
            <a:extLst>
              <a:ext uri="{FF2B5EF4-FFF2-40B4-BE49-F238E27FC236}">
                <a16:creationId xmlns:a16="http://schemas.microsoft.com/office/drawing/2014/main" id="{3898DFBA-3AFE-3588-C760-F58191574031}"/>
              </a:ext>
            </a:extLst>
          </p:cNvPr>
          <p:cNvGraphicFramePr>
            <a:graphicFrameLocks noGrp="1"/>
          </p:cNvGraphicFramePr>
          <p:nvPr>
            <p:extLst>
              <p:ext uri="{D42A27DB-BD31-4B8C-83A1-F6EECF244321}">
                <p14:modId xmlns:p14="http://schemas.microsoft.com/office/powerpoint/2010/main" val="3188921528"/>
              </p:ext>
            </p:extLst>
          </p:nvPr>
        </p:nvGraphicFramePr>
        <p:xfrm>
          <a:off x="188844" y="1323243"/>
          <a:ext cx="8269356" cy="3223296"/>
        </p:xfrm>
        <a:graphic>
          <a:graphicData uri="http://schemas.openxmlformats.org/drawingml/2006/table">
            <a:tbl>
              <a:tblPr/>
              <a:tblGrid>
                <a:gridCol w="2535514">
                  <a:extLst>
                    <a:ext uri="{9D8B030D-6E8A-4147-A177-3AD203B41FA5}">
                      <a16:colId xmlns:a16="http://schemas.microsoft.com/office/drawing/2014/main" val="4228099250"/>
                    </a:ext>
                  </a:extLst>
                </a:gridCol>
                <a:gridCol w="5733842">
                  <a:extLst>
                    <a:ext uri="{9D8B030D-6E8A-4147-A177-3AD203B41FA5}">
                      <a16:colId xmlns:a16="http://schemas.microsoft.com/office/drawing/2014/main" val="653447959"/>
                    </a:ext>
                  </a:extLst>
                </a:gridCol>
              </a:tblGrid>
              <a:tr h="221848">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Aspect</a:t>
                      </a:r>
                      <a:endParaRPr lang="en-GB" sz="1400">
                        <a:solidFill>
                          <a:srgbClr val="1F1F1F"/>
                        </a:solidFill>
                        <a:effectLst/>
                        <a:latin typeface="Times New Roman" panose="02020603050405020304" pitchFamily="18" charset="0"/>
                        <a:cs typeface="Times New Roman" panose="02020603050405020304" pitchFamily="18" charset="0"/>
                      </a:endParaRP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Details</a:t>
                      </a:r>
                      <a:endParaRPr lang="en-GB" sz="1400">
                        <a:solidFill>
                          <a:srgbClr val="1F1F1F"/>
                        </a:solidFill>
                        <a:effectLst/>
                        <a:latin typeface="Times New Roman" panose="02020603050405020304" pitchFamily="18" charset="0"/>
                        <a:cs typeface="Times New Roman" panose="02020603050405020304" pitchFamily="18" charset="0"/>
                      </a:endParaRP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57733882"/>
                  </a:ext>
                </a:extLst>
              </a:tr>
              <a:tr h="545626">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Title</a:t>
                      </a:r>
                      <a:endParaRPr lang="en-GB" sz="1400">
                        <a:solidFill>
                          <a:srgbClr val="1F1F1F"/>
                        </a:solidFill>
                        <a:effectLst/>
                        <a:latin typeface="Times New Roman" panose="02020603050405020304" pitchFamily="18" charset="0"/>
                        <a:cs typeface="Times New Roman" panose="02020603050405020304" pitchFamily="18" charset="0"/>
                      </a:endParaRP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a:solidFill>
                            <a:srgbClr val="1F1F1F"/>
                          </a:solidFill>
                          <a:effectLst/>
                          <a:latin typeface="Times New Roman" panose="02020603050405020304" pitchFamily="18" charset="0"/>
                          <a:cs typeface="Times New Roman" panose="02020603050405020304" pitchFamily="18" charset="0"/>
                        </a:rPr>
                        <a:t>Predicting Practical Performance of the Student from C Code Submissions</a:t>
                      </a: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07436631"/>
                  </a:ext>
                </a:extLst>
              </a:tr>
              <a:tr h="383737">
                <a:tc>
                  <a:txBody>
                    <a:bodyPr/>
                    <a:lstStyle/>
                    <a:p>
                      <a:pPr rtl="0">
                        <a:buNone/>
                      </a:pPr>
                      <a:r>
                        <a:rPr lang="en-GB" sz="1400" b="1" dirty="0">
                          <a:solidFill>
                            <a:srgbClr val="1F1F1F"/>
                          </a:solidFill>
                          <a:effectLst/>
                          <a:latin typeface="Times New Roman" panose="02020603050405020304" pitchFamily="18" charset="0"/>
                          <a:cs typeface="Times New Roman" panose="02020603050405020304" pitchFamily="18" charset="0"/>
                        </a:rPr>
                        <a:t>Objective</a:t>
                      </a:r>
                      <a:endParaRPr lang="en-GB" sz="1400" dirty="0">
                        <a:solidFill>
                          <a:srgbClr val="1F1F1F"/>
                        </a:solidFill>
                        <a:effectLst/>
                        <a:latin typeface="Times New Roman" panose="02020603050405020304" pitchFamily="18" charset="0"/>
                        <a:cs typeface="Times New Roman" panose="02020603050405020304" pitchFamily="18" charset="0"/>
                      </a:endParaRP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a:solidFill>
                            <a:srgbClr val="1F1F1F"/>
                          </a:solidFill>
                          <a:effectLst/>
                          <a:latin typeface="Times New Roman" panose="02020603050405020304" pitchFamily="18" charset="0"/>
                          <a:cs typeface="Times New Roman" panose="02020603050405020304" pitchFamily="18" charset="0"/>
                        </a:rPr>
                        <a:t>To evaluate technical proficiency by analyzing student coding metrics.</a:t>
                      </a: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9444669"/>
                  </a:ext>
                </a:extLst>
              </a:tr>
              <a:tr h="545626">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Methodology</a:t>
                      </a:r>
                      <a:endParaRPr lang="en-GB" sz="1400">
                        <a:solidFill>
                          <a:srgbClr val="1F1F1F"/>
                        </a:solidFill>
                        <a:effectLst/>
                        <a:latin typeface="Times New Roman" panose="02020603050405020304" pitchFamily="18" charset="0"/>
                        <a:cs typeface="Times New Roman" panose="02020603050405020304" pitchFamily="18" charset="0"/>
                      </a:endParaRP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a:solidFill>
                            <a:srgbClr val="1F1F1F"/>
                          </a:solidFill>
                          <a:effectLst/>
                          <a:latin typeface="Times New Roman" panose="02020603050405020304" pitchFamily="18" charset="0"/>
                          <a:cs typeface="Times New Roman" panose="02020603050405020304" pitchFamily="18" charset="0"/>
                        </a:rPr>
                        <a:t>Using submission data and code quality metrics to predict overall academic success.</a:t>
                      </a: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68091994"/>
                  </a:ext>
                </a:extLst>
              </a:tr>
              <a:tr h="545626">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Key Findings</a:t>
                      </a:r>
                      <a:endParaRPr lang="en-GB" sz="1400">
                        <a:solidFill>
                          <a:srgbClr val="1F1F1F"/>
                        </a:solidFill>
                        <a:effectLst/>
                        <a:latin typeface="Times New Roman" panose="02020603050405020304" pitchFamily="18" charset="0"/>
                        <a:cs typeface="Times New Roman" panose="02020603050405020304" pitchFamily="18" charset="0"/>
                      </a:endParaRP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a:solidFill>
                            <a:srgbClr val="1F1F1F"/>
                          </a:solidFill>
                          <a:effectLst/>
                          <a:latin typeface="Times New Roman" panose="02020603050405020304" pitchFamily="18" charset="0"/>
                          <a:cs typeface="Times New Roman" panose="02020603050405020304" pitchFamily="18" charset="0"/>
                        </a:rPr>
                        <a:t>Practical coding performance is a better predictor of success than theoretical exams.</a:t>
                      </a: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30375673"/>
                  </a:ext>
                </a:extLst>
              </a:tr>
              <a:tr h="383737">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Strengths</a:t>
                      </a:r>
                      <a:endParaRPr lang="en-GB" sz="1400">
                        <a:solidFill>
                          <a:srgbClr val="1F1F1F"/>
                        </a:solidFill>
                        <a:effectLst/>
                        <a:latin typeface="Times New Roman" panose="02020603050405020304" pitchFamily="18" charset="0"/>
                        <a:cs typeface="Times New Roman" panose="02020603050405020304" pitchFamily="18" charset="0"/>
                      </a:endParaRP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a:solidFill>
                            <a:srgbClr val="1F1F1F"/>
                          </a:solidFill>
                          <a:effectLst/>
                          <a:latin typeface="Times New Roman" panose="02020603050405020304" pitchFamily="18" charset="0"/>
                          <a:cs typeface="Times New Roman" panose="02020603050405020304" pitchFamily="18" charset="0"/>
                        </a:rPr>
                        <a:t>Focuses on objective technical skills rather than just attendance.</a:t>
                      </a: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47659270"/>
                  </a:ext>
                </a:extLst>
              </a:tr>
              <a:tr h="545626">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Limitations / Gaps</a:t>
                      </a:r>
                      <a:endParaRPr lang="en-GB" sz="1400">
                        <a:solidFill>
                          <a:srgbClr val="1F1F1F"/>
                        </a:solidFill>
                        <a:effectLst/>
                        <a:latin typeface="Times New Roman" panose="02020603050405020304" pitchFamily="18" charset="0"/>
                        <a:cs typeface="Times New Roman" panose="02020603050405020304" pitchFamily="18" charset="0"/>
                      </a:endParaRP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dirty="0">
                          <a:solidFill>
                            <a:srgbClr val="1F1F1F"/>
                          </a:solidFill>
                          <a:effectLst/>
                          <a:latin typeface="Times New Roman" panose="02020603050405020304" pitchFamily="18" charset="0"/>
                          <a:cs typeface="Times New Roman" panose="02020603050405020304" pitchFamily="18" charset="0"/>
                        </a:rPr>
                        <a:t>Performance data is not correlated with daily attendance on a single dashboard.</a:t>
                      </a:r>
                    </a:p>
                  </a:txBody>
                  <a:tcPr marL="44969" marR="44969" marT="29979" marB="29979"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59398784"/>
                  </a:ext>
                </a:extLst>
              </a:tr>
            </a:tbl>
          </a:graphicData>
        </a:graphic>
      </p:graphicFrame>
    </p:spTree>
    <p:extLst>
      <p:ext uri="{BB962C8B-B14F-4D97-AF65-F5344CB8AC3E}">
        <p14:creationId xmlns:p14="http://schemas.microsoft.com/office/powerpoint/2010/main" val="1423944393"/>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558B3-2D10-31CF-0EB1-E2C197409697}"/>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9236845-9612-8C92-C822-1997E9811C17}"/>
              </a:ext>
            </a:extLst>
          </p:cNvPr>
          <p:cNvSpPr>
            <a:spLocks noGrp="1"/>
          </p:cNvSpPr>
          <p:nvPr>
            <p:ph type="sldNum" sz="quarter" idx="4"/>
          </p:nvPr>
        </p:nvSpPr>
        <p:spPr>
          <a:xfrm>
            <a:off x="8629650" y="4817444"/>
            <a:ext cx="514350" cy="326056"/>
          </a:xfrm>
        </p:spPr>
        <p:txBody>
          <a:bodyPr/>
          <a:lstStyle/>
          <a:p>
            <a:fld id="{4B327F5A-7D8F-4012-9A1A-2197D74A174F}" type="slidenum">
              <a:rPr lang="en-IN" smtClean="0"/>
              <a:pPr/>
              <a:t>10</a:t>
            </a:fld>
            <a:endParaRPr lang="en-IN" dirty="0"/>
          </a:p>
        </p:txBody>
      </p:sp>
      <p:sp>
        <p:nvSpPr>
          <p:cNvPr id="3" name="object 2">
            <a:extLst>
              <a:ext uri="{FF2B5EF4-FFF2-40B4-BE49-F238E27FC236}">
                <a16:creationId xmlns:a16="http://schemas.microsoft.com/office/drawing/2014/main" id="{1CB8312D-97A6-233D-5A38-D540516E8B83}"/>
              </a:ext>
            </a:extLst>
          </p:cNvPr>
          <p:cNvSpPr txBox="1">
            <a:spLocks noGrp="1"/>
          </p:cNvSpPr>
          <p:nvPr>
            <p:ph type="title"/>
          </p:nvPr>
        </p:nvSpPr>
        <p:spPr>
          <a:xfrm>
            <a:off x="79513" y="240190"/>
            <a:ext cx="7432040" cy="534120"/>
          </a:xfrm>
          <a:prstGeom prst="rect">
            <a:avLst/>
          </a:prstGeom>
        </p:spPr>
        <p:txBody>
          <a:bodyPr vert="horz" wrap="square" lIns="0" tIns="71754" rIns="0" bIns="0" rtlCol="0" anchor="t">
            <a:spAutoFit/>
          </a:bodyPr>
          <a:lstStyle/>
          <a:p>
            <a:pPr marL="45085">
              <a:lnSpc>
                <a:spcPct val="100000"/>
              </a:lnSpc>
              <a:spcBef>
                <a:spcPts val="105"/>
              </a:spcBef>
            </a:pPr>
            <a:r>
              <a:rPr lang="en-US" spc="-30" dirty="0">
                <a:latin typeface="Times New Roman" panose="02020603050405020304" pitchFamily="18" charset="0"/>
                <a:cs typeface="Times New Roman" panose="02020603050405020304" pitchFamily="18" charset="0"/>
              </a:rPr>
              <a:t>Literature Review: Paper 7</a:t>
            </a:r>
          </a:p>
        </p:txBody>
      </p:sp>
      <p:graphicFrame>
        <p:nvGraphicFramePr>
          <p:cNvPr id="4" name="Table 3">
            <a:extLst>
              <a:ext uri="{FF2B5EF4-FFF2-40B4-BE49-F238E27FC236}">
                <a16:creationId xmlns:a16="http://schemas.microsoft.com/office/drawing/2014/main" id="{49D5416D-5F4B-12BD-F4CE-BCD125BB9C5A}"/>
              </a:ext>
            </a:extLst>
          </p:cNvPr>
          <p:cNvGraphicFramePr>
            <a:graphicFrameLocks noGrp="1"/>
          </p:cNvGraphicFramePr>
          <p:nvPr>
            <p:extLst>
              <p:ext uri="{D42A27DB-BD31-4B8C-83A1-F6EECF244321}">
                <p14:modId xmlns:p14="http://schemas.microsoft.com/office/powerpoint/2010/main" val="629830194"/>
              </p:ext>
            </p:extLst>
          </p:nvPr>
        </p:nvGraphicFramePr>
        <p:xfrm>
          <a:off x="228600" y="1313553"/>
          <a:ext cx="8209722" cy="3322697"/>
        </p:xfrm>
        <a:graphic>
          <a:graphicData uri="http://schemas.openxmlformats.org/drawingml/2006/table">
            <a:tbl>
              <a:tblPr/>
              <a:tblGrid>
                <a:gridCol w="2414624">
                  <a:extLst>
                    <a:ext uri="{9D8B030D-6E8A-4147-A177-3AD203B41FA5}">
                      <a16:colId xmlns:a16="http://schemas.microsoft.com/office/drawing/2014/main" val="4105648266"/>
                    </a:ext>
                  </a:extLst>
                </a:gridCol>
                <a:gridCol w="5795098">
                  <a:extLst>
                    <a:ext uri="{9D8B030D-6E8A-4147-A177-3AD203B41FA5}">
                      <a16:colId xmlns:a16="http://schemas.microsoft.com/office/drawing/2014/main" val="310446479"/>
                    </a:ext>
                  </a:extLst>
                </a:gridCol>
              </a:tblGrid>
              <a:tr h="256161">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Aspect</a:t>
                      </a:r>
                      <a:endParaRPr lang="en-GB" sz="1400">
                        <a:solidFill>
                          <a:srgbClr val="1F1F1F"/>
                        </a:solidFill>
                        <a:effectLst/>
                        <a:latin typeface="Times New Roman" panose="02020603050405020304" pitchFamily="18" charset="0"/>
                        <a:cs typeface="Times New Roman" panose="02020603050405020304" pitchFamily="18" charset="0"/>
                      </a:endParaRP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Details</a:t>
                      </a:r>
                      <a:endParaRPr lang="en-GB" sz="1400">
                        <a:solidFill>
                          <a:srgbClr val="1F1F1F"/>
                        </a:solidFill>
                        <a:effectLst/>
                        <a:latin typeface="Times New Roman" panose="02020603050405020304" pitchFamily="18" charset="0"/>
                        <a:cs typeface="Times New Roman" panose="02020603050405020304" pitchFamily="18" charset="0"/>
                      </a:endParaRP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37463465"/>
                  </a:ext>
                </a:extLst>
              </a:tr>
              <a:tr h="458279">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Title</a:t>
                      </a:r>
                      <a:endParaRPr lang="en-GB" sz="1400">
                        <a:solidFill>
                          <a:srgbClr val="1F1F1F"/>
                        </a:solidFill>
                        <a:effectLst/>
                        <a:latin typeface="Times New Roman" panose="02020603050405020304" pitchFamily="18" charset="0"/>
                        <a:cs typeface="Times New Roman" panose="02020603050405020304" pitchFamily="18" charset="0"/>
                      </a:endParaRP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a:solidFill>
                            <a:srgbClr val="1F1F1F"/>
                          </a:solidFill>
                          <a:effectLst/>
                          <a:latin typeface="Times New Roman" panose="02020603050405020304" pitchFamily="18" charset="0"/>
                          <a:cs typeface="Times New Roman" panose="02020603050405020304" pitchFamily="18" charset="0"/>
                        </a:rPr>
                        <a:t>Development of an AI-Powered Faculty Support Chatbot</a:t>
                      </a: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31604274"/>
                  </a:ext>
                </a:extLst>
              </a:tr>
              <a:tr h="491778">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Objective</a:t>
                      </a:r>
                      <a:endParaRPr lang="en-GB" sz="1400">
                        <a:solidFill>
                          <a:srgbClr val="1F1F1F"/>
                        </a:solidFill>
                        <a:effectLst/>
                        <a:latin typeface="Times New Roman" panose="02020603050405020304" pitchFamily="18" charset="0"/>
                        <a:cs typeface="Times New Roman" panose="02020603050405020304" pitchFamily="18" charset="0"/>
                      </a:endParaRP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dirty="0">
                          <a:solidFill>
                            <a:srgbClr val="1F1F1F"/>
                          </a:solidFill>
                          <a:effectLst/>
                          <a:latin typeface="Times New Roman" panose="02020603050405020304" pitchFamily="18" charset="0"/>
                          <a:cs typeface="Times New Roman" panose="02020603050405020304" pitchFamily="18" charset="0"/>
                        </a:rPr>
                        <a:t>To automate routine faculty tasks like attendance posting and record retrieval using natural language.</a:t>
                      </a: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147820"/>
                  </a:ext>
                </a:extLst>
              </a:tr>
              <a:tr h="491778">
                <a:tc>
                  <a:txBody>
                    <a:bodyPr/>
                    <a:lstStyle/>
                    <a:p>
                      <a:pPr rtl="0">
                        <a:buNone/>
                      </a:pPr>
                      <a:r>
                        <a:rPr lang="en-GB" sz="1400" b="1" dirty="0">
                          <a:solidFill>
                            <a:srgbClr val="1F1F1F"/>
                          </a:solidFill>
                          <a:effectLst/>
                          <a:latin typeface="Times New Roman" panose="02020603050405020304" pitchFamily="18" charset="0"/>
                          <a:cs typeface="Times New Roman" panose="02020603050405020304" pitchFamily="18" charset="0"/>
                        </a:rPr>
                        <a:t>Methodology</a:t>
                      </a:r>
                      <a:endParaRPr lang="en-GB" sz="1400" dirty="0">
                        <a:solidFill>
                          <a:srgbClr val="1F1F1F"/>
                        </a:solidFill>
                        <a:effectLst/>
                        <a:latin typeface="Times New Roman" panose="02020603050405020304" pitchFamily="18" charset="0"/>
                        <a:cs typeface="Times New Roman" panose="02020603050405020304" pitchFamily="18" charset="0"/>
                      </a:endParaRP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a:solidFill>
                            <a:srgbClr val="1F1F1F"/>
                          </a:solidFill>
                          <a:effectLst/>
                          <a:latin typeface="Times New Roman" panose="02020603050405020304" pitchFamily="18" charset="0"/>
                          <a:cs typeface="Times New Roman" panose="02020603050405020304" pitchFamily="18" charset="0"/>
                        </a:rPr>
                        <a:t>Implementation of an NLP engine to parse text commands and update back-end database records.</a:t>
                      </a: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54748664"/>
                  </a:ext>
                </a:extLst>
              </a:tr>
              <a:tr h="660397">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Key Findings</a:t>
                      </a:r>
                      <a:endParaRPr lang="en-GB" sz="1400">
                        <a:solidFill>
                          <a:srgbClr val="1F1F1F"/>
                        </a:solidFill>
                        <a:effectLst/>
                        <a:latin typeface="Times New Roman" panose="02020603050405020304" pitchFamily="18" charset="0"/>
                        <a:cs typeface="Times New Roman" panose="02020603050405020304" pitchFamily="18" charset="0"/>
                      </a:endParaRP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a:solidFill>
                            <a:srgbClr val="1F1F1F"/>
                          </a:solidFill>
                          <a:effectLst/>
                          <a:latin typeface="Times New Roman" panose="02020603050405020304" pitchFamily="18" charset="0"/>
                          <a:cs typeface="Times New Roman" panose="02020603050405020304" pitchFamily="18" charset="0"/>
                        </a:rPr>
                        <a:t>Transactional chatbots significantly reduce the administrative workload for teachers compared to manual UI clicks.</a:t>
                      </a: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94648615"/>
                  </a:ext>
                </a:extLst>
              </a:tr>
              <a:tr h="458279">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Strengths</a:t>
                      </a:r>
                      <a:endParaRPr lang="en-GB" sz="1400">
                        <a:solidFill>
                          <a:srgbClr val="1F1F1F"/>
                        </a:solidFill>
                        <a:effectLst/>
                        <a:latin typeface="Times New Roman" panose="02020603050405020304" pitchFamily="18" charset="0"/>
                        <a:cs typeface="Times New Roman" panose="02020603050405020304" pitchFamily="18" charset="0"/>
                      </a:endParaRP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a:solidFill>
                            <a:srgbClr val="1F1F1F"/>
                          </a:solidFill>
                          <a:effectLst/>
                          <a:latin typeface="Times New Roman" panose="02020603050405020304" pitchFamily="18" charset="0"/>
                          <a:cs typeface="Times New Roman" panose="02020603050405020304" pitchFamily="18" charset="0"/>
                        </a:rPr>
                        <a:t>Allows for hands-free or text-based updates to institutional records.</a:t>
                      </a: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28966512"/>
                  </a:ext>
                </a:extLst>
              </a:tr>
              <a:tr h="491778">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Limitations / Gaps</a:t>
                      </a:r>
                      <a:endParaRPr lang="en-GB" sz="1400">
                        <a:solidFill>
                          <a:srgbClr val="1F1F1F"/>
                        </a:solidFill>
                        <a:effectLst/>
                        <a:latin typeface="Times New Roman" panose="02020603050405020304" pitchFamily="18" charset="0"/>
                        <a:cs typeface="Times New Roman" panose="02020603050405020304" pitchFamily="18" charset="0"/>
                      </a:endParaRP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dirty="0">
                          <a:solidFill>
                            <a:srgbClr val="1F1F1F"/>
                          </a:solidFill>
                          <a:effectLst/>
                          <a:latin typeface="Times New Roman" panose="02020603050405020304" pitchFamily="18" charset="0"/>
                          <a:cs typeface="Times New Roman" panose="02020603050405020304" pitchFamily="18" charset="0"/>
                        </a:rPr>
                        <a:t>Often lacks integration with gamification elements or broader student performance metrics.</a:t>
                      </a:r>
                    </a:p>
                  </a:txBody>
                  <a:tcPr marL="42785" marR="42785" marT="28524" marB="28524"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52483679"/>
                  </a:ext>
                </a:extLst>
              </a:tr>
            </a:tbl>
          </a:graphicData>
        </a:graphic>
      </p:graphicFrame>
    </p:spTree>
    <p:extLst>
      <p:ext uri="{BB962C8B-B14F-4D97-AF65-F5344CB8AC3E}">
        <p14:creationId xmlns:p14="http://schemas.microsoft.com/office/powerpoint/2010/main" val="4259835638"/>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0386E-2981-D846-891F-47753E9B1B5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FE9990F-A393-E243-8750-136F2C509384}"/>
              </a:ext>
            </a:extLst>
          </p:cNvPr>
          <p:cNvSpPr>
            <a:spLocks noGrp="1"/>
          </p:cNvSpPr>
          <p:nvPr>
            <p:ph type="sldNum" sz="quarter" idx="4"/>
          </p:nvPr>
        </p:nvSpPr>
        <p:spPr>
          <a:xfrm>
            <a:off x="8629650" y="4817444"/>
            <a:ext cx="514350" cy="326056"/>
          </a:xfrm>
        </p:spPr>
        <p:txBody>
          <a:bodyPr/>
          <a:lstStyle/>
          <a:p>
            <a:fld id="{4B327F5A-7D8F-4012-9A1A-2197D74A174F}" type="slidenum">
              <a:rPr lang="en-IN" smtClean="0"/>
              <a:pPr/>
              <a:t>11</a:t>
            </a:fld>
            <a:endParaRPr lang="en-IN" dirty="0"/>
          </a:p>
        </p:txBody>
      </p:sp>
      <p:sp>
        <p:nvSpPr>
          <p:cNvPr id="3" name="object 2">
            <a:extLst>
              <a:ext uri="{FF2B5EF4-FFF2-40B4-BE49-F238E27FC236}">
                <a16:creationId xmlns:a16="http://schemas.microsoft.com/office/drawing/2014/main" id="{41766BEC-53CD-27A7-3543-90C220B1EA88}"/>
              </a:ext>
            </a:extLst>
          </p:cNvPr>
          <p:cNvSpPr txBox="1">
            <a:spLocks noGrp="1"/>
          </p:cNvSpPr>
          <p:nvPr>
            <p:ph type="title"/>
          </p:nvPr>
        </p:nvSpPr>
        <p:spPr>
          <a:xfrm>
            <a:off x="66039" y="188849"/>
            <a:ext cx="7432040" cy="534120"/>
          </a:xfrm>
          <a:prstGeom prst="rect">
            <a:avLst/>
          </a:prstGeom>
        </p:spPr>
        <p:txBody>
          <a:bodyPr vert="horz" wrap="square" lIns="0" tIns="71754" rIns="0" bIns="0" rtlCol="0" anchor="t">
            <a:spAutoFit/>
          </a:bodyPr>
          <a:lstStyle/>
          <a:p>
            <a:pPr marL="45085">
              <a:lnSpc>
                <a:spcPct val="100000"/>
              </a:lnSpc>
              <a:spcBef>
                <a:spcPts val="105"/>
              </a:spcBef>
            </a:pPr>
            <a:r>
              <a:rPr lang="en-US" spc="-30" dirty="0">
                <a:latin typeface="Times New Roman" panose="02020603050405020304" pitchFamily="18" charset="0"/>
                <a:cs typeface="Times New Roman" panose="02020603050405020304" pitchFamily="18" charset="0"/>
              </a:rPr>
              <a:t>Literature Review: Paper 8</a:t>
            </a:r>
          </a:p>
        </p:txBody>
      </p:sp>
      <p:graphicFrame>
        <p:nvGraphicFramePr>
          <p:cNvPr id="4" name="Table 3">
            <a:extLst>
              <a:ext uri="{FF2B5EF4-FFF2-40B4-BE49-F238E27FC236}">
                <a16:creationId xmlns:a16="http://schemas.microsoft.com/office/drawing/2014/main" id="{243093AE-00BA-88B6-D63B-9AA09754533F}"/>
              </a:ext>
            </a:extLst>
          </p:cNvPr>
          <p:cNvGraphicFramePr>
            <a:graphicFrameLocks noGrp="1"/>
          </p:cNvGraphicFramePr>
          <p:nvPr>
            <p:extLst>
              <p:ext uri="{D42A27DB-BD31-4B8C-83A1-F6EECF244321}">
                <p14:modId xmlns:p14="http://schemas.microsoft.com/office/powerpoint/2010/main" val="2292833705"/>
              </p:ext>
            </p:extLst>
          </p:nvPr>
        </p:nvGraphicFramePr>
        <p:xfrm>
          <a:off x="181388" y="1300457"/>
          <a:ext cx="8058151" cy="3296975"/>
        </p:xfrm>
        <a:graphic>
          <a:graphicData uri="http://schemas.openxmlformats.org/drawingml/2006/table">
            <a:tbl>
              <a:tblPr/>
              <a:tblGrid>
                <a:gridCol w="2215992">
                  <a:extLst>
                    <a:ext uri="{9D8B030D-6E8A-4147-A177-3AD203B41FA5}">
                      <a16:colId xmlns:a16="http://schemas.microsoft.com/office/drawing/2014/main" val="3866648498"/>
                    </a:ext>
                  </a:extLst>
                </a:gridCol>
                <a:gridCol w="5842159">
                  <a:extLst>
                    <a:ext uri="{9D8B030D-6E8A-4147-A177-3AD203B41FA5}">
                      <a16:colId xmlns:a16="http://schemas.microsoft.com/office/drawing/2014/main" val="3691921731"/>
                    </a:ext>
                  </a:extLst>
                </a:gridCol>
              </a:tblGrid>
              <a:tr h="251616">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Aspect</a:t>
                      </a:r>
                      <a:endParaRPr lang="en-GB" sz="1400">
                        <a:solidFill>
                          <a:srgbClr val="1F1F1F"/>
                        </a:solidFill>
                        <a:effectLst/>
                        <a:latin typeface="Times New Roman" panose="02020603050405020304" pitchFamily="18" charset="0"/>
                        <a:cs typeface="Times New Roman" panose="02020603050405020304" pitchFamily="18" charset="0"/>
                      </a:endParaRPr>
                    </a:p>
                  </a:txBody>
                  <a:tcPr marL="40804" marR="40804" marT="27203" marB="272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Details</a:t>
                      </a:r>
                      <a:endParaRPr lang="en-GB" sz="1400">
                        <a:solidFill>
                          <a:srgbClr val="1F1F1F"/>
                        </a:solidFill>
                        <a:effectLst/>
                        <a:latin typeface="Times New Roman" panose="02020603050405020304" pitchFamily="18" charset="0"/>
                        <a:cs typeface="Times New Roman" panose="02020603050405020304" pitchFamily="18" charset="0"/>
                      </a:endParaRPr>
                    </a:p>
                  </a:txBody>
                  <a:tcPr marL="40804" marR="40804" marT="27203" marB="272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05178078"/>
                  </a:ext>
                </a:extLst>
              </a:tr>
              <a:tr h="452107">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Title</a:t>
                      </a:r>
                      <a:endParaRPr lang="en-GB" sz="1400">
                        <a:solidFill>
                          <a:srgbClr val="1F1F1F"/>
                        </a:solidFill>
                        <a:effectLst/>
                        <a:latin typeface="Times New Roman" panose="02020603050405020304" pitchFamily="18" charset="0"/>
                        <a:cs typeface="Times New Roman" panose="02020603050405020304" pitchFamily="18" charset="0"/>
                      </a:endParaRPr>
                    </a:p>
                  </a:txBody>
                  <a:tcPr marL="40804" marR="40804" marT="27203" marB="272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a:solidFill>
                            <a:srgbClr val="1F1F1F"/>
                          </a:solidFill>
                          <a:effectLst/>
                          <a:latin typeface="Times New Roman" panose="02020603050405020304" pitchFamily="18" charset="0"/>
                          <a:cs typeface="Times New Roman" panose="02020603050405020304" pitchFamily="18" charset="0"/>
                        </a:rPr>
                        <a:t>A Cloud-Based Chatbot for Student Records and Academic Assistance</a:t>
                      </a:r>
                    </a:p>
                  </a:txBody>
                  <a:tcPr marL="40804" marR="40804" marT="27203" marB="272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75562681"/>
                  </a:ext>
                </a:extLst>
              </a:tr>
              <a:tr h="465227">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Objective</a:t>
                      </a:r>
                      <a:endParaRPr lang="en-GB" sz="1400">
                        <a:solidFill>
                          <a:srgbClr val="1F1F1F"/>
                        </a:solidFill>
                        <a:effectLst/>
                        <a:latin typeface="Times New Roman" panose="02020603050405020304" pitchFamily="18" charset="0"/>
                        <a:cs typeface="Times New Roman" panose="02020603050405020304" pitchFamily="18" charset="0"/>
                      </a:endParaRPr>
                    </a:p>
                  </a:txBody>
                  <a:tcPr marL="40804" marR="40804" marT="27203" marB="272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a:solidFill>
                            <a:srgbClr val="1F1F1F"/>
                          </a:solidFill>
                          <a:effectLst/>
                          <a:latin typeface="Times New Roman" panose="02020603050405020304" pitchFamily="18" charset="0"/>
                          <a:cs typeface="Times New Roman" panose="02020603050405020304" pitchFamily="18" charset="0"/>
                        </a:rPr>
                        <a:t>To provide students with a 24/7 assistant for checking schedules, grades, and taking mock quizzes.</a:t>
                      </a:r>
                    </a:p>
                  </a:txBody>
                  <a:tcPr marL="40804" marR="40804" marT="27203" marB="272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11008070"/>
                  </a:ext>
                </a:extLst>
              </a:tr>
              <a:tr h="652598">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Methodology</a:t>
                      </a:r>
                      <a:endParaRPr lang="en-GB" sz="1400">
                        <a:solidFill>
                          <a:srgbClr val="1F1F1F"/>
                        </a:solidFill>
                        <a:effectLst/>
                        <a:latin typeface="Times New Roman" panose="02020603050405020304" pitchFamily="18" charset="0"/>
                        <a:cs typeface="Times New Roman" panose="02020603050405020304" pitchFamily="18" charset="0"/>
                      </a:endParaRPr>
                    </a:p>
                  </a:txBody>
                  <a:tcPr marL="40804" marR="40804" marT="27203" marB="272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dirty="0">
                          <a:solidFill>
                            <a:srgbClr val="1F1F1F"/>
                          </a:solidFill>
                          <a:effectLst/>
                          <a:latin typeface="Times New Roman" panose="02020603050405020304" pitchFamily="18" charset="0"/>
                          <a:cs typeface="Times New Roman" panose="02020603050405020304" pitchFamily="18" charset="0"/>
                        </a:rPr>
                        <a:t>Using NLP and K-NN algorithms to categorize student queries and provide automated responses or mock test evaluations.</a:t>
                      </a:r>
                    </a:p>
                  </a:txBody>
                  <a:tcPr marL="40804" marR="40804" marT="27203" marB="272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45487336"/>
                  </a:ext>
                </a:extLst>
              </a:tr>
              <a:tr h="465227">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Key Findings</a:t>
                      </a:r>
                      <a:endParaRPr lang="en-GB" sz="1400">
                        <a:solidFill>
                          <a:srgbClr val="1F1F1F"/>
                        </a:solidFill>
                        <a:effectLst/>
                        <a:latin typeface="Times New Roman" panose="02020603050405020304" pitchFamily="18" charset="0"/>
                        <a:cs typeface="Times New Roman" panose="02020603050405020304" pitchFamily="18" charset="0"/>
                      </a:endParaRPr>
                    </a:p>
                  </a:txBody>
                  <a:tcPr marL="40804" marR="40804" marT="27203" marB="272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a:solidFill>
                            <a:srgbClr val="1F1F1F"/>
                          </a:solidFill>
                          <a:effectLst/>
                          <a:latin typeface="Times New Roman" panose="02020603050405020304" pitchFamily="18" charset="0"/>
                          <a:cs typeface="Times New Roman" panose="02020603050405020304" pitchFamily="18" charset="0"/>
                        </a:rPr>
                        <a:t>Continuous assistance improves student satisfaction and provides a safe environment for mock testing.</a:t>
                      </a:r>
                    </a:p>
                  </a:txBody>
                  <a:tcPr marL="40804" marR="40804" marT="27203" marB="272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68370203"/>
                  </a:ext>
                </a:extLst>
              </a:tr>
              <a:tr h="465227">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Strengths</a:t>
                      </a:r>
                      <a:endParaRPr lang="en-GB" sz="1400">
                        <a:solidFill>
                          <a:srgbClr val="1F1F1F"/>
                        </a:solidFill>
                        <a:effectLst/>
                        <a:latin typeface="Times New Roman" panose="02020603050405020304" pitchFamily="18" charset="0"/>
                        <a:cs typeface="Times New Roman" panose="02020603050405020304" pitchFamily="18" charset="0"/>
                      </a:endParaRPr>
                    </a:p>
                  </a:txBody>
                  <a:tcPr marL="40804" marR="40804" marT="27203" marB="272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a:solidFill>
                            <a:srgbClr val="1F1F1F"/>
                          </a:solidFill>
                          <a:effectLst/>
                          <a:latin typeface="Times New Roman" panose="02020603050405020304" pitchFamily="18" charset="0"/>
                          <a:cs typeface="Times New Roman" panose="02020603050405020304" pitchFamily="18" charset="0"/>
                        </a:rPr>
                        <a:t>Improves accessibility to institutional data for students in a conversational format.</a:t>
                      </a:r>
                    </a:p>
                  </a:txBody>
                  <a:tcPr marL="40804" marR="40804" marT="27203" marB="272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95137201"/>
                  </a:ext>
                </a:extLst>
              </a:tr>
              <a:tr h="465227">
                <a:tc>
                  <a:txBody>
                    <a:bodyPr/>
                    <a:lstStyle/>
                    <a:p>
                      <a:pPr rtl="0">
                        <a:buNone/>
                      </a:pPr>
                      <a:r>
                        <a:rPr lang="en-GB" sz="1400" b="1">
                          <a:solidFill>
                            <a:srgbClr val="1F1F1F"/>
                          </a:solidFill>
                          <a:effectLst/>
                          <a:latin typeface="Times New Roman" panose="02020603050405020304" pitchFamily="18" charset="0"/>
                          <a:cs typeface="Times New Roman" panose="02020603050405020304" pitchFamily="18" charset="0"/>
                        </a:rPr>
                        <a:t>Limitations / Gaps</a:t>
                      </a:r>
                      <a:endParaRPr lang="en-GB" sz="1400">
                        <a:solidFill>
                          <a:srgbClr val="1F1F1F"/>
                        </a:solidFill>
                        <a:effectLst/>
                        <a:latin typeface="Times New Roman" panose="02020603050405020304" pitchFamily="18" charset="0"/>
                        <a:cs typeface="Times New Roman" panose="02020603050405020304" pitchFamily="18" charset="0"/>
                      </a:endParaRPr>
                    </a:p>
                  </a:txBody>
                  <a:tcPr marL="40804" marR="40804" marT="27203" marB="272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400" dirty="0">
                          <a:solidFill>
                            <a:srgbClr val="1F1F1F"/>
                          </a:solidFill>
                          <a:effectLst/>
                          <a:latin typeface="Times New Roman" panose="02020603050405020304" pitchFamily="18" charset="0"/>
                          <a:cs typeface="Times New Roman" panose="02020603050405020304" pitchFamily="18" charset="0"/>
                        </a:rPr>
                        <a:t>Most assistant bots are "read-only" and don't allow for real-time schedule modifications by admins.</a:t>
                      </a:r>
                    </a:p>
                  </a:txBody>
                  <a:tcPr marL="40804" marR="40804" marT="27203" marB="272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2591469"/>
                  </a:ext>
                </a:extLst>
              </a:tr>
            </a:tbl>
          </a:graphicData>
        </a:graphic>
      </p:graphicFrame>
    </p:spTree>
    <p:extLst>
      <p:ext uri="{BB962C8B-B14F-4D97-AF65-F5344CB8AC3E}">
        <p14:creationId xmlns:p14="http://schemas.microsoft.com/office/powerpoint/2010/main" val="885870583"/>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D925B32-5762-0AB2-E08A-461E4C8B7014}"/>
              </a:ext>
            </a:extLst>
          </p:cNvPr>
          <p:cNvSpPr>
            <a:spLocks noGrp="1"/>
          </p:cNvSpPr>
          <p:nvPr>
            <p:ph type="sldNum" sz="quarter" idx="4"/>
          </p:nvPr>
        </p:nvSpPr>
        <p:spPr>
          <a:xfrm>
            <a:off x="8629650" y="4817444"/>
            <a:ext cx="514350" cy="326056"/>
          </a:xfrm>
        </p:spPr>
        <p:txBody>
          <a:bodyPr/>
          <a:lstStyle/>
          <a:p>
            <a:fld id="{4B327F5A-7D8F-4012-9A1A-2197D74A174F}" type="slidenum">
              <a:rPr lang="en-IN" smtClean="0"/>
              <a:pPr/>
              <a:t>12</a:t>
            </a:fld>
            <a:endParaRPr lang="en-IN" dirty="0"/>
          </a:p>
        </p:txBody>
      </p:sp>
      <p:sp>
        <p:nvSpPr>
          <p:cNvPr id="3" name="object 2">
            <a:extLst>
              <a:ext uri="{FF2B5EF4-FFF2-40B4-BE49-F238E27FC236}">
                <a16:creationId xmlns:a16="http://schemas.microsoft.com/office/drawing/2014/main" id="{A94F5027-CBF8-4E1C-A503-4C50C325358D}"/>
              </a:ext>
            </a:extLst>
          </p:cNvPr>
          <p:cNvSpPr txBox="1">
            <a:spLocks noGrp="1"/>
          </p:cNvSpPr>
          <p:nvPr>
            <p:ph type="title"/>
          </p:nvPr>
        </p:nvSpPr>
        <p:spPr>
          <a:xfrm>
            <a:off x="66039" y="188849"/>
            <a:ext cx="7432040" cy="534120"/>
          </a:xfrm>
          <a:prstGeom prst="rect">
            <a:avLst/>
          </a:prstGeom>
        </p:spPr>
        <p:txBody>
          <a:bodyPr vert="horz" wrap="square" lIns="0" tIns="71754" rIns="0" bIns="0" rtlCol="0" anchor="t">
            <a:spAutoFit/>
          </a:bodyPr>
          <a:lstStyle/>
          <a:p>
            <a:pPr marL="45085">
              <a:lnSpc>
                <a:spcPct val="100000"/>
              </a:lnSpc>
              <a:spcBef>
                <a:spcPts val="105"/>
              </a:spcBef>
            </a:pPr>
            <a:r>
              <a:rPr lang="en-US" spc="-30" dirty="0">
                <a:latin typeface="Times New Roman" panose="02020603050405020304" pitchFamily="18" charset="0"/>
                <a:cs typeface="Times New Roman" panose="02020603050405020304" pitchFamily="18" charset="0"/>
              </a:rPr>
              <a:t>Literature Review: </a:t>
            </a:r>
            <a:r>
              <a:rPr lang="en-US" spc="-30" dirty="0" err="1">
                <a:latin typeface="Times New Roman" panose="02020603050405020304" pitchFamily="18" charset="0"/>
                <a:cs typeface="Times New Roman" panose="02020603050405020304" pitchFamily="18" charset="0"/>
              </a:rPr>
              <a:t>Comparitive</a:t>
            </a:r>
            <a:r>
              <a:rPr lang="en-US" spc="-30" dirty="0">
                <a:latin typeface="Times New Roman" panose="02020603050405020304" pitchFamily="18" charset="0"/>
                <a:cs typeface="Times New Roman" panose="02020603050405020304" pitchFamily="18" charset="0"/>
              </a:rPr>
              <a:t> Analysis</a:t>
            </a:r>
          </a:p>
        </p:txBody>
      </p:sp>
      <p:graphicFrame>
        <p:nvGraphicFramePr>
          <p:cNvPr id="4" name="Table 3">
            <a:extLst>
              <a:ext uri="{FF2B5EF4-FFF2-40B4-BE49-F238E27FC236}">
                <a16:creationId xmlns:a16="http://schemas.microsoft.com/office/drawing/2014/main" id="{38153D6D-D442-ABF6-B547-77945D4FAC4A}"/>
              </a:ext>
            </a:extLst>
          </p:cNvPr>
          <p:cNvGraphicFramePr>
            <a:graphicFrameLocks noGrp="1"/>
          </p:cNvGraphicFramePr>
          <p:nvPr>
            <p:extLst>
              <p:ext uri="{D42A27DB-BD31-4B8C-83A1-F6EECF244321}">
                <p14:modId xmlns:p14="http://schemas.microsoft.com/office/powerpoint/2010/main" val="1691882777"/>
              </p:ext>
            </p:extLst>
          </p:nvPr>
        </p:nvGraphicFramePr>
        <p:xfrm>
          <a:off x="178904" y="1277040"/>
          <a:ext cx="8140148" cy="3413244"/>
        </p:xfrm>
        <a:graphic>
          <a:graphicData uri="http://schemas.openxmlformats.org/drawingml/2006/table">
            <a:tbl>
              <a:tblPr/>
              <a:tblGrid>
                <a:gridCol w="2123517">
                  <a:extLst>
                    <a:ext uri="{9D8B030D-6E8A-4147-A177-3AD203B41FA5}">
                      <a16:colId xmlns:a16="http://schemas.microsoft.com/office/drawing/2014/main" val="660374795"/>
                    </a:ext>
                  </a:extLst>
                </a:gridCol>
                <a:gridCol w="3303248">
                  <a:extLst>
                    <a:ext uri="{9D8B030D-6E8A-4147-A177-3AD203B41FA5}">
                      <a16:colId xmlns:a16="http://schemas.microsoft.com/office/drawing/2014/main" val="2499190507"/>
                    </a:ext>
                  </a:extLst>
                </a:gridCol>
                <a:gridCol w="2713383">
                  <a:extLst>
                    <a:ext uri="{9D8B030D-6E8A-4147-A177-3AD203B41FA5}">
                      <a16:colId xmlns:a16="http://schemas.microsoft.com/office/drawing/2014/main" val="654812552"/>
                    </a:ext>
                  </a:extLst>
                </a:gridCol>
              </a:tblGrid>
              <a:tr h="188134">
                <a:tc>
                  <a:txBody>
                    <a:bodyPr/>
                    <a:lstStyle/>
                    <a:p>
                      <a:pPr rtl="0">
                        <a:buNone/>
                      </a:pPr>
                      <a:r>
                        <a:rPr lang="en-GB" sz="1000" b="1">
                          <a:solidFill>
                            <a:srgbClr val="1F1F1F"/>
                          </a:solidFill>
                          <a:effectLst/>
                          <a:latin typeface="Times New Roman" panose="02020603050405020304" pitchFamily="18" charset="0"/>
                          <a:cs typeface="Times New Roman" panose="02020603050405020304" pitchFamily="18" charset="0"/>
                        </a:rPr>
                        <a:t>Research Paper</a:t>
                      </a:r>
                      <a:endParaRPr lang="en-GB" sz="1000">
                        <a:solidFill>
                          <a:srgbClr val="1F1F1F"/>
                        </a:solidFill>
                        <a:effectLst/>
                        <a:latin typeface="Times New Roman" panose="02020603050405020304" pitchFamily="18" charset="0"/>
                        <a:cs typeface="Times New Roman" panose="02020603050405020304" pitchFamily="18" charset="0"/>
                      </a:endParaRPr>
                    </a:p>
                  </a:txBody>
                  <a:tcPr marL="22047" marR="22047" marT="14698" marB="1469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000" b="1" dirty="0">
                          <a:solidFill>
                            <a:srgbClr val="1F1F1F"/>
                          </a:solidFill>
                          <a:effectLst/>
                          <a:latin typeface="Times New Roman" panose="02020603050405020304" pitchFamily="18" charset="0"/>
                          <a:cs typeface="Times New Roman" panose="02020603050405020304" pitchFamily="18" charset="0"/>
                        </a:rPr>
                        <a:t>Identified Gap</a:t>
                      </a:r>
                      <a:endParaRPr lang="en-GB" sz="1000" dirty="0">
                        <a:solidFill>
                          <a:srgbClr val="1F1F1F"/>
                        </a:solidFill>
                        <a:effectLst/>
                        <a:latin typeface="Times New Roman" panose="02020603050405020304" pitchFamily="18" charset="0"/>
                        <a:cs typeface="Times New Roman" panose="02020603050405020304" pitchFamily="18" charset="0"/>
                      </a:endParaRPr>
                    </a:p>
                  </a:txBody>
                  <a:tcPr marL="22047" marR="22047" marT="14698" marB="1469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000" b="1">
                          <a:solidFill>
                            <a:srgbClr val="1F1F1F"/>
                          </a:solidFill>
                          <a:effectLst/>
                          <a:latin typeface="Times New Roman" panose="02020603050405020304" pitchFamily="18" charset="0"/>
                          <a:cs typeface="Times New Roman" panose="02020603050405020304" pitchFamily="18" charset="0"/>
                        </a:rPr>
                        <a:t>How Your Project Overcomes It</a:t>
                      </a:r>
                      <a:endParaRPr lang="en-GB" sz="1000">
                        <a:solidFill>
                          <a:srgbClr val="1F1F1F"/>
                        </a:solidFill>
                        <a:effectLst/>
                        <a:latin typeface="Times New Roman" panose="02020603050405020304" pitchFamily="18" charset="0"/>
                        <a:cs typeface="Times New Roman" panose="02020603050405020304" pitchFamily="18" charset="0"/>
                      </a:endParaRPr>
                    </a:p>
                  </a:txBody>
                  <a:tcPr marL="22047" marR="22047" marT="14698" marB="1469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58437566"/>
                  </a:ext>
                </a:extLst>
              </a:tr>
              <a:tr h="426242">
                <a:tc>
                  <a:txBody>
                    <a:bodyPr/>
                    <a:lstStyle/>
                    <a:p>
                      <a:pPr rtl="0">
                        <a:buNone/>
                      </a:pPr>
                      <a:r>
                        <a:rPr lang="fr-FR" sz="1000" b="1" dirty="0">
                          <a:solidFill>
                            <a:srgbClr val="1F1F1F"/>
                          </a:solidFill>
                          <a:effectLst/>
                          <a:latin typeface="Times New Roman" panose="02020603050405020304" pitchFamily="18" charset="0"/>
                          <a:cs typeface="Times New Roman" panose="02020603050405020304" pitchFamily="18" charset="0"/>
                        </a:rPr>
                        <a:t>Paper 1 &amp; 4 (QR Attendance)</a:t>
                      </a:r>
                      <a:endParaRPr lang="fr-FR" sz="1000" dirty="0">
                        <a:solidFill>
                          <a:srgbClr val="1F1F1F"/>
                        </a:solidFill>
                        <a:effectLst/>
                        <a:latin typeface="Times New Roman" panose="02020603050405020304" pitchFamily="18" charset="0"/>
                        <a:cs typeface="Times New Roman" panose="02020603050405020304" pitchFamily="18" charset="0"/>
                      </a:endParaRPr>
                    </a:p>
                  </a:txBody>
                  <a:tcPr marL="22047" marR="22047" marT="14698" marB="1469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000" b="1" dirty="0">
                          <a:solidFill>
                            <a:srgbClr val="1F1F1F"/>
                          </a:solidFill>
                          <a:effectLst/>
                          <a:latin typeface="Times New Roman" panose="02020603050405020304" pitchFamily="18" charset="0"/>
                          <a:cs typeface="Times New Roman" panose="02020603050405020304" pitchFamily="18" charset="0"/>
                        </a:rPr>
                        <a:t>Single-Mode Reliance:</a:t>
                      </a:r>
                      <a:r>
                        <a:rPr lang="en-GB" sz="1000" dirty="0">
                          <a:solidFill>
                            <a:srgbClr val="1F1F1F"/>
                          </a:solidFill>
                          <a:effectLst/>
                          <a:latin typeface="Times New Roman" panose="02020603050405020304" pitchFamily="18" charset="0"/>
                          <a:cs typeface="Times New Roman" panose="02020603050405020304" pitchFamily="18" charset="0"/>
                        </a:rPr>
                        <a:t> Systems fail if a student’s camera breaks or QR fails to load.</a:t>
                      </a:r>
                    </a:p>
                  </a:txBody>
                  <a:tcPr marL="22047" marR="22047" marT="14698" marB="1469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000" b="1">
                          <a:solidFill>
                            <a:srgbClr val="1F1F1F"/>
                          </a:solidFill>
                          <a:effectLst/>
                          <a:latin typeface="Times New Roman" panose="02020603050405020304" pitchFamily="18" charset="0"/>
                          <a:cs typeface="Times New Roman" panose="02020603050405020304" pitchFamily="18" charset="0"/>
                        </a:rPr>
                        <a:t>Dual-Mode System:</a:t>
                      </a:r>
                      <a:r>
                        <a:rPr lang="en-GB" sz="1000">
                          <a:solidFill>
                            <a:srgbClr val="1F1F1F"/>
                          </a:solidFill>
                          <a:effectLst/>
                          <a:latin typeface="Times New Roman" panose="02020603050405020304" pitchFamily="18" charset="0"/>
                          <a:cs typeface="Times New Roman" panose="02020603050405020304" pitchFamily="18" charset="0"/>
                        </a:rPr>
                        <a:t> You provide QR scanning AND manual roll-call backup for Faculty.</a:t>
                      </a:r>
                    </a:p>
                  </a:txBody>
                  <a:tcPr marL="22047" marR="22047" marT="14698" marB="1469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0164439"/>
                  </a:ext>
                </a:extLst>
              </a:tr>
              <a:tr h="426242">
                <a:tc>
                  <a:txBody>
                    <a:bodyPr/>
                    <a:lstStyle/>
                    <a:p>
                      <a:pPr rtl="0">
                        <a:buNone/>
                      </a:pPr>
                      <a:r>
                        <a:rPr lang="en-GB" sz="1000" b="1">
                          <a:solidFill>
                            <a:srgbClr val="1F1F1F"/>
                          </a:solidFill>
                          <a:effectLst/>
                          <a:latin typeface="Times New Roman" panose="02020603050405020304" pitchFamily="18" charset="0"/>
                          <a:cs typeface="Times New Roman" panose="02020603050405020304" pitchFamily="18" charset="0"/>
                        </a:rPr>
                        <a:t>Paper 2 (User Roles)</a:t>
                      </a:r>
                      <a:endParaRPr lang="en-GB" sz="1000">
                        <a:solidFill>
                          <a:srgbClr val="1F1F1F"/>
                        </a:solidFill>
                        <a:effectLst/>
                        <a:latin typeface="Times New Roman" panose="02020603050405020304" pitchFamily="18" charset="0"/>
                        <a:cs typeface="Times New Roman" panose="02020603050405020304" pitchFamily="18" charset="0"/>
                      </a:endParaRPr>
                    </a:p>
                  </a:txBody>
                  <a:tcPr marL="22047" marR="22047" marT="14698" marB="1469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000" b="1">
                          <a:solidFill>
                            <a:srgbClr val="1F1F1F"/>
                          </a:solidFill>
                          <a:effectLst/>
                          <a:latin typeface="Times New Roman" panose="02020603050405020304" pitchFamily="18" charset="0"/>
                          <a:cs typeface="Times New Roman" panose="02020603050405020304" pitchFamily="18" charset="0"/>
                        </a:rPr>
                        <a:t>Passive Management:</a:t>
                      </a:r>
                      <a:r>
                        <a:rPr lang="en-GB" sz="1000">
                          <a:solidFill>
                            <a:srgbClr val="1F1F1F"/>
                          </a:solidFill>
                          <a:effectLst/>
                          <a:latin typeface="Times New Roman" panose="02020603050405020304" pitchFamily="18" charset="0"/>
                          <a:cs typeface="Times New Roman" panose="02020603050405020304" pitchFamily="18" charset="0"/>
                        </a:rPr>
                        <a:t> Systems store data but don't provide tools for active support.</a:t>
                      </a:r>
                    </a:p>
                  </a:txBody>
                  <a:tcPr marL="22047" marR="22047" marT="14698" marB="1469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000" b="1">
                          <a:solidFill>
                            <a:srgbClr val="1F1F1F"/>
                          </a:solidFill>
                          <a:effectLst/>
                          <a:latin typeface="Times New Roman" panose="02020603050405020304" pitchFamily="18" charset="0"/>
                          <a:cs typeface="Times New Roman" panose="02020603050405020304" pitchFamily="18" charset="0"/>
                        </a:rPr>
                        <a:t>Active Support:</a:t>
                      </a:r>
                      <a:r>
                        <a:rPr lang="en-GB" sz="1000">
                          <a:solidFill>
                            <a:srgbClr val="1F1F1F"/>
                          </a:solidFill>
                          <a:effectLst/>
                          <a:latin typeface="Times New Roman" panose="02020603050405020304" pitchFamily="18" charset="0"/>
                          <a:cs typeface="Times New Roman" panose="02020603050405020304" pitchFamily="18" charset="0"/>
                        </a:rPr>
                        <a:t> Faculty can directly </a:t>
                      </a:r>
                      <a:r>
                        <a:rPr lang="en-GB" sz="1000" b="1">
                          <a:solidFill>
                            <a:srgbClr val="1F1F1F"/>
                          </a:solidFill>
                          <a:effectLst/>
                          <a:latin typeface="Times New Roman" panose="02020603050405020304" pitchFamily="18" charset="0"/>
                          <a:cs typeface="Times New Roman" panose="02020603050405020304" pitchFamily="18" charset="0"/>
                        </a:rPr>
                        <a:t>reset student credentials</a:t>
                      </a:r>
                      <a:r>
                        <a:rPr lang="en-GB" sz="1000">
                          <a:solidFill>
                            <a:srgbClr val="1F1F1F"/>
                          </a:solidFill>
                          <a:effectLst/>
                          <a:latin typeface="Times New Roman" panose="02020603050405020304" pitchFamily="18" charset="0"/>
                          <a:cs typeface="Times New Roman" panose="02020603050405020304" pitchFamily="18" charset="0"/>
                        </a:rPr>
                        <a:t> and Admin can </a:t>
                      </a:r>
                      <a:r>
                        <a:rPr lang="en-GB" sz="1000" b="1">
                          <a:solidFill>
                            <a:srgbClr val="1F1F1F"/>
                          </a:solidFill>
                          <a:effectLst/>
                          <a:latin typeface="Times New Roman" panose="02020603050405020304" pitchFamily="18" charset="0"/>
                          <a:cs typeface="Times New Roman" panose="02020603050405020304" pitchFamily="18" charset="0"/>
                        </a:rPr>
                        <a:t>modify records</a:t>
                      </a:r>
                      <a:r>
                        <a:rPr lang="en-GB" sz="1000">
                          <a:solidFill>
                            <a:srgbClr val="1F1F1F"/>
                          </a:solidFill>
                          <a:effectLst/>
                          <a:latin typeface="Times New Roman" panose="02020603050405020304" pitchFamily="18" charset="0"/>
                          <a:cs typeface="Times New Roman" panose="02020603050405020304" pitchFamily="18" charset="0"/>
                        </a:rPr>
                        <a:t>.</a:t>
                      </a:r>
                    </a:p>
                  </a:txBody>
                  <a:tcPr marL="22047" marR="22047" marT="14698" marB="1469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39273390"/>
                  </a:ext>
                </a:extLst>
              </a:tr>
              <a:tr h="426242">
                <a:tc>
                  <a:txBody>
                    <a:bodyPr/>
                    <a:lstStyle/>
                    <a:p>
                      <a:pPr rtl="0">
                        <a:buNone/>
                      </a:pPr>
                      <a:r>
                        <a:rPr lang="en-GB" sz="1000" b="1">
                          <a:solidFill>
                            <a:srgbClr val="1F1F1F"/>
                          </a:solidFill>
                          <a:effectLst/>
                          <a:latin typeface="Times New Roman" panose="02020603050405020304" pitchFamily="18" charset="0"/>
                          <a:cs typeface="Times New Roman" panose="02020603050405020304" pitchFamily="18" charset="0"/>
                        </a:rPr>
                        <a:t>Paper 3 (Gamification)</a:t>
                      </a:r>
                      <a:endParaRPr lang="en-GB" sz="1000">
                        <a:solidFill>
                          <a:srgbClr val="1F1F1F"/>
                        </a:solidFill>
                        <a:effectLst/>
                        <a:latin typeface="Times New Roman" panose="02020603050405020304" pitchFamily="18" charset="0"/>
                        <a:cs typeface="Times New Roman" panose="02020603050405020304" pitchFamily="18" charset="0"/>
                      </a:endParaRPr>
                    </a:p>
                  </a:txBody>
                  <a:tcPr marL="22047" marR="22047" marT="14698" marB="1469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000" b="1" dirty="0">
                          <a:solidFill>
                            <a:srgbClr val="1F1F1F"/>
                          </a:solidFill>
                          <a:effectLst/>
                          <a:latin typeface="Times New Roman" panose="02020603050405020304" pitchFamily="18" charset="0"/>
                          <a:cs typeface="Times New Roman" panose="02020603050405020304" pitchFamily="18" charset="0"/>
                        </a:rPr>
                        <a:t>Disconnected Engagement:</a:t>
                      </a:r>
                      <a:r>
                        <a:rPr lang="en-GB" sz="1000" dirty="0">
                          <a:solidFill>
                            <a:srgbClr val="1F1F1F"/>
                          </a:solidFill>
                          <a:effectLst/>
                          <a:latin typeface="Times New Roman" panose="02020603050405020304" pitchFamily="18" charset="0"/>
                          <a:cs typeface="Times New Roman" panose="02020603050405020304" pitchFamily="18" charset="0"/>
                        </a:rPr>
                        <a:t> Leaderboards are separate from daily admin tasks.</a:t>
                      </a:r>
                    </a:p>
                  </a:txBody>
                  <a:tcPr marL="22047" marR="22047" marT="14698" marB="1469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000" b="1">
                          <a:solidFill>
                            <a:srgbClr val="1F1F1F"/>
                          </a:solidFill>
                          <a:effectLst/>
                          <a:latin typeface="Times New Roman" panose="02020603050405020304" pitchFamily="18" charset="0"/>
                          <a:cs typeface="Times New Roman" panose="02020603050405020304" pitchFamily="18" charset="0"/>
                        </a:rPr>
                        <a:t>Integrated Dashboard:</a:t>
                      </a:r>
                      <a:r>
                        <a:rPr lang="en-GB" sz="1000">
                          <a:solidFill>
                            <a:srgbClr val="1F1F1F"/>
                          </a:solidFill>
                          <a:effectLst/>
                          <a:latin typeface="Times New Roman" panose="02020603050405020304" pitchFamily="18" charset="0"/>
                          <a:cs typeface="Times New Roman" panose="02020603050405020304" pitchFamily="18" charset="0"/>
                        </a:rPr>
                        <a:t> Coding scores and leaderboards are part of the daily Student/Faculty view.</a:t>
                      </a:r>
                    </a:p>
                  </a:txBody>
                  <a:tcPr marL="22047" marR="22047" marT="14698" marB="1469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48458217"/>
                  </a:ext>
                </a:extLst>
              </a:tr>
              <a:tr h="426242">
                <a:tc>
                  <a:txBody>
                    <a:bodyPr/>
                    <a:lstStyle/>
                    <a:p>
                      <a:pPr rtl="0">
                        <a:buNone/>
                      </a:pPr>
                      <a:r>
                        <a:rPr lang="en-GB" sz="1000" b="1">
                          <a:solidFill>
                            <a:srgbClr val="1F1F1F"/>
                          </a:solidFill>
                          <a:effectLst/>
                          <a:latin typeface="Times New Roman" panose="02020603050405020304" pitchFamily="18" charset="0"/>
                          <a:cs typeface="Times New Roman" panose="02020603050405020304" pitchFamily="18" charset="0"/>
                        </a:rPr>
                        <a:t>Paper 5 (Timetabling)</a:t>
                      </a:r>
                      <a:endParaRPr lang="en-GB" sz="1000">
                        <a:solidFill>
                          <a:srgbClr val="1F1F1F"/>
                        </a:solidFill>
                        <a:effectLst/>
                        <a:latin typeface="Times New Roman" panose="02020603050405020304" pitchFamily="18" charset="0"/>
                        <a:cs typeface="Times New Roman" panose="02020603050405020304" pitchFamily="18" charset="0"/>
                      </a:endParaRPr>
                    </a:p>
                  </a:txBody>
                  <a:tcPr marL="22047" marR="22047" marT="14698" marB="1469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000" b="1">
                          <a:solidFill>
                            <a:srgbClr val="1F1F1F"/>
                          </a:solidFill>
                          <a:effectLst/>
                          <a:latin typeface="Times New Roman" panose="02020603050405020304" pitchFamily="18" charset="0"/>
                          <a:cs typeface="Times New Roman" panose="02020603050405020304" pitchFamily="18" charset="0"/>
                        </a:rPr>
                        <a:t>Fragmented Schedules:</a:t>
                      </a:r>
                      <a:r>
                        <a:rPr lang="en-GB" sz="1000">
                          <a:solidFill>
                            <a:srgbClr val="1F1F1F"/>
                          </a:solidFill>
                          <a:effectLst/>
                          <a:latin typeface="Times New Roman" panose="02020603050405020304" pitchFamily="18" charset="0"/>
                          <a:cs typeface="Times New Roman" panose="02020603050405020304" pitchFamily="18" charset="0"/>
                        </a:rPr>
                        <a:t> No centralized "Master View" for the institution.</a:t>
                      </a:r>
                    </a:p>
                  </a:txBody>
                  <a:tcPr marL="22047" marR="22047" marT="14698" marB="1469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000" b="1">
                          <a:solidFill>
                            <a:srgbClr val="1F1F1F"/>
                          </a:solidFill>
                          <a:effectLst/>
                          <a:latin typeface="Times New Roman" panose="02020603050405020304" pitchFamily="18" charset="0"/>
                          <a:cs typeface="Times New Roman" panose="02020603050405020304" pitchFamily="18" charset="0"/>
                        </a:rPr>
                        <a:t>Master Timetable:</a:t>
                      </a:r>
                      <a:r>
                        <a:rPr lang="en-GB" sz="1000">
                          <a:solidFill>
                            <a:srgbClr val="1F1F1F"/>
                          </a:solidFill>
                          <a:effectLst/>
                          <a:latin typeface="Times New Roman" panose="02020603050405020304" pitchFamily="18" charset="0"/>
                          <a:cs typeface="Times New Roman" panose="02020603050405020304" pitchFamily="18" charset="0"/>
                        </a:rPr>
                        <a:t> Admin has a global view of all classes, while users see personalized schedules.</a:t>
                      </a:r>
                    </a:p>
                  </a:txBody>
                  <a:tcPr marL="22047" marR="22047" marT="14698" marB="1469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08199307"/>
                  </a:ext>
                </a:extLst>
              </a:tr>
              <a:tr h="426242">
                <a:tc>
                  <a:txBody>
                    <a:bodyPr/>
                    <a:lstStyle/>
                    <a:p>
                      <a:pPr rtl="0">
                        <a:buNone/>
                      </a:pPr>
                      <a:r>
                        <a:rPr lang="en-GB" sz="1000" b="1">
                          <a:solidFill>
                            <a:srgbClr val="1F1F1F"/>
                          </a:solidFill>
                          <a:effectLst/>
                          <a:latin typeface="Times New Roman" panose="02020603050405020304" pitchFamily="18" charset="0"/>
                          <a:cs typeface="Times New Roman" panose="02020603050405020304" pitchFamily="18" charset="0"/>
                        </a:rPr>
                        <a:t>Paper 6 (Coding Analytics)</a:t>
                      </a:r>
                      <a:endParaRPr lang="en-GB" sz="1000">
                        <a:solidFill>
                          <a:srgbClr val="1F1F1F"/>
                        </a:solidFill>
                        <a:effectLst/>
                        <a:latin typeface="Times New Roman" panose="02020603050405020304" pitchFamily="18" charset="0"/>
                        <a:cs typeface="Times New Roman" panose="02020603050405020304" pitchFamily="18" charset="0"/>
                      </a:endParaRPr>
                    </a:p>
                  </a:txBody>
                  <a:tcPr marL="22047" marR="22047" marT="14698" marB="1469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000" b="1">
                          <a:solidFill>
                            <a:srgbClr val="1F1F1F"/>
                          </a:solidFill>
                          <a:effectLst/>
                          <a:latin typeface="Times New Roman" panose="02020603050405020304" pitchFamily="18" charset="0"/>
                          <a:cs typeface="Times New Roman" panose="02020603050405020304" pitchFamily="18" charset="0"/>
                        </a:rPr>
                        <a:t>Data Silos:</a:t>
                      </a:r>
                      <a:r>
                        <a:rPr lang="en-GB" sz="1000">
                          <a:solidFill>
                            <a:srgbClr val="1F1F1F"/>
                          </a:solidFill>
                          <a:effectLst/>
                          <a:latin typeface="Times New Roman" panose="02020603050405020304" pitchFamily="18" charset="0"/>
                          <a:cs typeface="Times New Roman" panose="02020603050405020304" pitchFamily="18" charset="0"/>
                        </a:rPr>
                        <a:t> Attendance and coding performance are not analyzed together.</a:t>
                      </a:r>
                    </a:p>
                  </a:txBody>
                  <a:tcPr marL="22047" marR="22047" marT="14698" marB="1469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000" b="1">
                          <a:solidFill>
                            <a:srgbClr val="1F1F1F"/>
                          </a:solidFill>
                          <a:effectLst/>
                          <a:latin typeface="Times New Roman" panose="02020603050405020304" pitchFamily="18" charset="0"/>
                          <a:cs typeface="Times New Roman" panose="02020603050405020304" pitchFamily="18" charset="0"/>
                        </a:rPr>
                        <a:t>Unified Analytics:</a:t>
                      </a:r>
                      <a:r>
                        <a:rPr lang="en-GB" sz="1000">
                          <a:solidFill>
                            <a:srgbClr val="1F1F1F"/>
                          </a:solidFill>
                          <a:effectLst/>
                          <a:latin typeface="Times New Roman" panose="02020603050405020304" pitchFamily="18" charset="0"/>
                          <a:cs typeface="Times New Roman" panose="02020603050405020304" pitchFamily="18" charset="0"/>
                        </a:rPr>
                        <a:t> Faculty/Admin can see "Complete Attendance Analysis" alongside "Coding Scores."</a:t>
                      </a:r>
                    </a:p>
                  </a:txBody>
                  <a:tcPr marL="22047" marR="22047" marT="14698" marB="1469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84932407"/>
                  </a:ext>
                </a:extLst>
              </a:tr>
              <a:tr h="426242">
                <a:tc>
                  <a:txBody>
                    <a:bodyPr/>
                    <a:lstStyle/>
                    <a:p>
                      <a:pPr rtl="0">
                        <a:buNone/>
                      </a:pPr>
                      <a:r>
                        <a:rPr lang="en-GB" sz="1000" b="1" dirty="0">
                          <a:solidFill>
                            <a:srgbClr val="1F1F1F"/>
                          </a:solidFill>
                          <a:effectLst/>
                          <a:latin typeface="Times New Roman" panose="02020603050405020304" pitchFamily="18" charset="0"/>
                          <a:cs typeface="Times New Roman" panose="02020603050405020304" pitchFamily="18" charset="0"/>
                        </a:rPr>
                        <a:t>Paper 7 (NLP Attendance)</a:t>
                      </a:r>
                      <a:endParaRPr lang="en-GB" sz="1000" dirty="0">
                        <a:solidFill>
                          <a:srgbClr val="1F1F1F"/>
                        </a:solidFill>
                        <a:effectLst/>
                        <a:latin typeface="Times New Roman" panose="02020603050405020304" pitchFamily="18" charset="0"/>
                        <a:cs typeface="Times New Roman" panose="02020603050405020304" pitchFamily="18" charset="0"/>
                      </a:endParaRPr>
                    </a:p>
                  </a:txBody>
                  <a:tcPr marL="22047" marR="22047" marT="14698" marB="1469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000" b="1" dirty="0">
                          <a:solidFill>
                            <a:srgbClr val="1F1F1F"/>
                          </a:solidFill>
                          <a:effectLst/>
                          <a:latin typeface="Times New Roman" panose="02020603050405020304" pitchFamily="18" charset="0"/>
                          <a:cs typeface="Times New Roman" panose="02020603050405020304" pitchFamily="18" charset="0"/>
                        </a:rPr>
                        <a:t>High Interaction Effort:</a:t>
                      </a:r>
                      <a:r>
                        <a:rPr lang="en-GB" sz="1000" dirty="0">
                          <a:solidFill>
                            <a:srgbClr val="1F1F1F"/>
                          </a:solidFill>
                          <a:effectLst/>
                          <a:latin typeface="Times New Roman" panose="02020603050405020304" pitchFamily="18" charset="0"/>
                          <a:cs typeface="Times New Roman" panose="02020603050405020304" pitchFamily="18" charset="0"/>
                        </a:rPr>
                        <a:t> Traditional apps require too many clicks for bulk attendance posting.</a:t>
                      </a:r>
                    </a:p>
                  </a:txBody>
                  <a:tcPr marL="22047" marR="22047" marT="14698" marB="1469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000" b="1" dirty="0">
                          <a:solidFill>
                            <a:srgbClr val="1F1F1F"/>
                          </a:solidFill>
                          <a:effectLst/>
                          <a:latin typeface="Times New Roman" panose="02020603050405020304" pitchFamily="18" charset="0"/>
                          <a:cs typeface="Times New Roman" panose="02020603050405020304" pitchFamily="18" charset="0"/>
                        </a:rPr>
                        <a:t>Transactional NLP:</a:t>
                      </a:r>
                      <a:r>
                        <a:rPr lang="en-GB" sz="1000" dirty="0">
                          <a:solidFill>
                            <a:srgbClr val="1F1F1F"/>
                          </a:solidFill>
                          <a:effectLst/>
                          <a:latin typeface="Times New Roman" panose="02020603050405020304" pitchFamily="18" charset="0"/>
                          <a:cs typeface="Times New Roman" panose="02020603050405020304" pitchFamily="18" charset="0"/>
                        </a:rPr>
                        <a:t> Faculty can post bulk attendance via text (e.g., "Roll X absent, others present").</a:t>
                      </a:r>
                    </a:p>
                  </a:txBody>
                  <a:tcPr marL="22047" marR="22047" marT="14698" marB="1469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29967437"/>
                  </a:ext>
                </a:extLst>
              </a:tr>
              <a:tr h="426242">
                <a:tc>
                  <a:txBody>
                    <a:bodyPr/>
                    <a:lstStyle/>
                    <a:p>
                      <a:pPr rtl="0">
                        <a:buNone/>
                      </a:pPr>
                      <a:r>
                        <a:rPr lang="en-GB" sz="1000" b="1" dirty="0">
                          <a:solidFill>
                            <a:srgbClr val="1F1F1F"/>
                          </a:solidFill>
                          <a:effectLst/>
                          <a:latin typeface="Times New Roman" panose="02020603050405020304" pitchFamily="18" charset="0"/>
                          <a:cs typeface="Times New Roman" panose="02020603050405020304" pitchFamily="18" charset="0"/>
                        </a:rPr>
                        <a:t>Paper 8 (NLP Assistance)</a:t>
                      </a:r>
                      <a:endParaRPr lang="en-GB" sz="1000" dirty="0">
                        <a:solidFill>
                          <a:srgbClr val="1F1F1F"/>
                        </a:solidFill>
                        <a:effectLst/>
                        <a:latin typeface="Times New Roman" panose="02020603050405020304" pitchFamily="18" charset="0"/>
                        <a:cs typeface="Times New Roman" panose="02020603050405020304" pitchFamily="18" charset="0"/>
                      </a:endParaRPr>
                    </a:p>
                  </a:txBody>
                  <a:tcPr marL="22047" marR="22047" marT="14698" marB="1469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000" b="1">
                          <a:solidFill>
                            <a:srgbClr val="1F1F1F"/>
                          </a:solidFill>
                          <a:effectLst/>
                          <a:latin typeface="Times New Roman" panose="02020603050405020304" pitchFamily="18" charset="0"/>
                          <a:cs typeface="Times New Roman" panose="02020603050405020304" pitchFamily="18" charset="0"/>
                        </a:rPr>
                        <a:t>Static Assistance:</a:t>
                      </a:r>
                      <a:r>
                        <a:rPr lang="en-GB" sz="1000">
                          <a:solidFill>
                            <a:srgbClr val="1F1F1F"/>
                          </a:solidFill>
                          <a:effectLst/>
                          <a:latin typeface="Times New Roman" panose="02020603050405020304" pitchFamily="18" charset="0"/>
                          <a:cs typeface="Times New Roman" panose="02020603050405020304" pitchFamily="18" charset="0"/>
                        </a:rPr>
                        <a:t> Basic bots answer FAQs but don't support performance growth.</a:t>
                      </a:r>
                    </a:p>
                  </a:txBody>
                  <a:tcPr marL="22047" marR="22047" marT="14698" marB="1469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rtl="0">
                        <a:buNone/>
                      </a:pPr>
                      <a:r>
                        <a:rPr lang="en-GB" sz="1000" b="1" dirty="0">
                          <a:solidFill>
                            <a:srgbClr val="1F1F1F"/>
                          </a:solidFill>
                          <a:effectLst/>
                          <a:latin typeface="Times New Roman" panose="02020603050405020304" pitchFamily="18" charset="0"/>
                          <a:cs typeface="Times New Roman" panose="02020603050405020304" pitchFamily="18" charset="0"/>
                        </a:rPr>
                        <a:t>Smart Assistance:</a:t>
                      </a:r>
                      <a:r>
                        <a:rPr lang="en-GB" sz="1000" dirty="0">
                          <a:solidFill>
                            <a:srgbClr val="1F1F1F"/>
                          </a:solidFill>
                          <a:effectLst/>
                          <a:latin typeface="Times New Roman" panose="02020603050405020304" pitchFamily="18" charset="0"/>
                          <a:cs typeface="Times New Roman" panose="02020603050405020304" pitchFamily="18" charset="0"/>
                        </a:rPr>
                        <a:t> Chatbot helps students with mock exams while tracking their "Coding Score" progress.</a:t>
                      </a:r>
                    </a:p>
                  </a:txBody>
                  <a:tcPr marL="22047" marR="22047" marT="14698" marB="1469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09476306"/>
                  </a:ext>
                </a:extLst>
              </a:tr>
            </a:tbl>
          </a:graphicData>
        </a:graphic>
      </p:graphicFrame>
    </p:spTree>
    <p:extLst>
      <p:ext uri="{BB962C8B-B14F-4D97-AF65-F5344CB8AC3E}">
        <p14:creationId xmlns:p14="http://schemas.microsoft.com/office/powerpoint/2010/main" val="3032003584"/>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D925B32-5762-0AB2-E08A-461E4C8B7014}"/>
              </a:ext>
            </a:extLst>
          </p:cNvPr>
          <p:cNvSpPr>
            <a:spLocks noGrp="1"/>
          </p:cNvSpPr>
          <p:nvPr>
            <p:ph type="sldNum" sz="quarter" idx="4"/>
          </p:nvPr>
        </p:nvSpPr>
        <p:spPr>
          <a:xfrm>
            <a:off x="8629650" y="4817444"/>
            <a:ext cx="514350" cy="326056"/>
          </a:xfrm>
        </p:spPr>
        <p:txBody>
          <a:bodyPr/>
          <a:lstStyle/>
          <a:p>
            <a:fld id="{4B327F5A-7D8F-4012-9A1A-2197D74A174F}" type="slidenum">
              <a:rPr lang="en-IN" smtClean="0"/>
              <a:pPr/>
              <a:t>13</a:t>
            </a:fld>
            <a:endParaRPr lang="en-IN" dirty="0"/>
          </a:p>
        </p:txBody>
      </p:sp>
      <p:sp>
        <p:nvSpPr>
          <p:cNvPr id="9" name="object 2">
            <a:extLst>
              <a:ext uri="{FF2B5EF4-FFF2-40B4-BE49-F238E27FC236}">
                <a16:creationId xmlns:a16="http://schemas.microsoft.com/office/drawing/2014/main" id="{F7144988-8BD7-9BA6-53A7-0ABF3D3239A7}"/>
              </a:ext>
            </a:extLst>
          </p:cNvPr>
          <p:cNvSpPr txBox="1">
            <a:spLocks noGrp="1"/>
          </p:cNvSpPr>
          <p:nvPr>
            <p:ph type="title"/>
          </p:nvPr>
        </p:nvSpPr>
        <p:spPr>
          <a:xfrm>
            <a:off x="66039" y="188849"/>
            <a:ext cx="7432040" cy="534120"/>
          </a:xfrm>
          <a:prstGeom prst="rect">
            <a:avLst/>
          </a:prstGeom>
        </p:spPr>
        <p:txBody>
          <a:bodyPr vert="horz" wrap="square" lIns="0" tIns="71754" rIns="0" bIns="0" rtlCol="0" anchor="t">
            <a:spAutoFit/>
          </a:bodyPr>
          <a:lstStyle/>
          <a:p>
            <a:pPr marL="45085">
              <a:lnSpc>
                <a:spcPct val="100000"/>
              </a:lnSpc>
              <a:spcBef>
                <a:spcPts val="105"/>
              </a:spcBef>
            </a:pPr>
            <a:r>
              <a:rPr lang="en-US" spc="-30" dirty="0">
                <a:latin typeface="Times New Roman" panose="02020603050405020304" pitchFamily="18" charset="0"/>
                <a:cs typeface="Times New Roman" panose="02020603050405020304" pitchFamily="18" charset="0"/>
              </a:rPr>
              <a:t>Literature Review: Identified Gaps</a:t>
            </a:r>
          </a:p>
        </p:txBody>
      </p:sp>
      <p:sp>
        <p:nvSpPr>
          <p:cNvPr id="3" name="Rectangle 1">
            <a:extLst>
              <a:ext uri="{FF2B5EF4-FFF2-40B4-BE49-F238E27FC236}">
                <a16:creationId xmlns:a16="http://schemas.microsoft.com/office/drawing/2014/main" id="{DE850684-C111-4DF0-FC68-C21928ED367A}"/>
              </a:ext>
            </a:extLst>
          </p:cNvPr>
          <p:cNvSpPr>
            <a:spLocks noChangeArrowheads="1"/>
          </p:cNvSpPr>
          <p:nvPr/>
        </p:nvSpPr>
        <p:spPr bwMode="auto">
          <a:xfrm rot="10800000" flipV="1">
            <a:off x="173935" y="1290326"/>
            <a:ext cx="8796130" cy="3139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rPr>
              <a:t>Single-Mode Failure:</a:t>
            </a:r>
            <a:r>
              <a:rPr kumimoji="0" lang="en-US" altLang="en-US" sz="1800" b="0"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rPr>
              <a:t> Most systems rely only on QR; they lack a manual backup roll-call for when technology fails.</a:t>
            </a: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rPr>
              <a:t>Disconnected Data:</a:t>
            </a:r>
            <a:r>
              <a:rPr kumimoji="0" lang="en-US" altLang="en-US" sz="1800" b="0"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rPr>
              <a:t> Attendance systems and academic performance (coding scores) are rarely integrated into one dashboard.</a:t>
            </a: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rPr>
              <a:t>Administrative Blind Spots:</a:t>
            </a:r>
            <a:r>
              <a:rPr kumimoji="0" lang="en-US" altLang="en-US" sz="1800" b="0"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rPr>
              <a:t> Administrators often lack a "Master View" of all schedules and the power to correct attendance errors.</a:t>
            </a: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n-US" altLang="en-US" sz="1800" b="1"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rPr>
              <a:t>Lack of Support Features:</a:t>
            </a:r>
            <a:r>
              <a:rPr kumimoji="0" lang="en-US" altLang="en-US" sz="1800" b="0"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rPr>
              <a:t> Existing systems rarely provide faculty with tools to help students, such as "Credential Reset" options.</a:t>
            </a:r>
          </a:p>
        </p:txBody>
      </p:sp>
    </p:spTree>
    <p:extLst>
      <p:ext uri="{BB962C8B-B14F-4D97-AF65-F5344CB8AC3E}">
        <p14:creationId xmlns:p14="http://schemas.microsoft.com/office/powerpoint/2010/main" val="1565455398"/>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8BE30EA-17F1-4C88-1666-C76A08009D0E}"/>
              </a:ext>
            </a:extLst>
          </p:cNvPr>
          <p:cNvSpPr>
            <a:spLocks noGrp="1"/>
          </p:cNvSpPr>
          <p:nvPr>
            <p:ph type="sldNum" sz="quarter" idx="14"/>
          </p:nvPr>
        </p:nvSpPr>
        <p:spPr>
          <a:xfrm>
            <a:off x="8629650" y="4817444"/>
            <a:ext cx="514350" cy="326056"/>
          </a:xfrm>
        </p:spPr>
        <p:txBody>
          <a:bodyPr/>
          <a:lstStyle/>
          <a:p>
            <a:fld id="{4B327F5A-7D8F-4012-9A1A-2197D74A174F}" type="slidenum">
              <a:rPr lang="en-IN" smtClean="0"/>
              <a:pPr/>
              <a:t>14</a:t>
            </a:fld>
            <a:endParaRPr lang="en-IN" dirty="0"/>
          </a:p>
        </p:txBody>
      </p:sp>
      <p:sp>
        <p:nvSpPr>
          <p:cNvPr id="3" name="object 2">
            <a:extLst>
              <a:ext uri="{FF2B5EF4-FFF2-40B4-BE49-F238E27FC236}">
                <a16:creationId xmlns:a16="http://schemas.microsoft.com/office/drawing/2014/main" id="{E523BC59-FDD6-4254-A4EC-89541F3B39F4}"/>
              </a:ext>
            </a:extLst>
          </p:cNvPr>
          <p:cNvSpPr txBox="1">
            <a:spLocks/>
          </p:cNvSpPr>
          <p:nvPr/>
        </p:nvSpPr>
        <p:spPr>
          <a:xfrm>
            <a:off x="66039" y="188849"/>
            <a:ext cx="7432040" cy="534120"/>
          </a:xfrm>
          <a:prstGeom prst="rect">
            <a:avLst/>
          </a:prstGeom>
        </p:spPr>
        <p:txBody>
          <a:bodyPr vert="horz" wrap="square" lIns="0" tIns="71754" rIns="0" bIns="0" rtlCol="0" anchor="t">
            <a:spAutoFit/>
          </a:bodyPr>
          <a:lstStyle>
            <a:lvl1pPr algn="l" defTabSz="914400" rtl="0" eaLnBrk="1" latinLnBrk="0" hangingPunct="1">
              <a:lnSpc>
                <a:spcPct val="85000"/>
              </a:lnSpc>
              <a:spcBef>
                <a:spcPct val="0"/>
              </a:spcBef>
              <a:buNone/>
              <a:defRPr lang="en-US" sz="3000" b="0" kern="1200" cap="none" spc="0" baseline="0" dirty="0" smtClean="0">
                <a:solidFill>
                  <a:srgbClr val="005094"/>
                </a:solidFill>
                <a:latin typeface="+mj-lt"/>
                <a:ea typeface="Roboto" panose="02000000000000000000" pitchFamily="2" charset="0"/>
                <a:cs typeface="Roboto" panose="02000000000000000000" pitchFamily="2" charset="0"/>
              </a:defRPr>
            </a:lvl1pPr>
          </a:lstStyle>
          <a:p>
            <a:pPr marL="45085">
              <a:lnSpc>
                <a:spcPct val="100000"/>
              </a:lnSpc>
              <a:spcBef>
                <a:spcPts val="105"/>
              </a:spcBef>
            </a:pPr>
            <a:r>
              <a:rPr lang="en-IN" dirty="0">
                <a:latin typeface="Times New Roman" panose="02020603050405020304" pitchFamily="18" charset="0"/>
                <a:cs typeface="Times New Roman" panose="02020603050405020304" pitchFamily="18" charset="0"/>
              </a:rPr>
              <a:t>Proposed System Overview</a:t>
            </a:r>
            <a:endParaRPr lang="en-IN" spc="-30" dirty="0">
              <a:latin typeface="Times New Roman" panose="02020603050405020304" pitchFamily="18" charset="0"/>
              <a:cs typeface="Times New Roman" panose="02020603050405020304" pitchFamily="18" charset="0"/>
            </a:endParaRPr>
          </a:p>
        </p:txBody>
      </p:sp>
      <p:sp>
        <p:nvSpPr>
          <p:cNvPr id="6" name="Rectangle 2">
            <a:extLst>
              <a:ext uri="{FF2B5EF4-FFF2-40B4-BE49-F238E27FC236}">
                <a16:creationId xmlns:a16="http://schemas.microsoft.com/office/drawing/2014/main" id="{6FE690C0-3FA8-1CDF-E955-011896048390}"/>
              </a:ext>
            </a:extLst>
          </p:cNvPr>
          <p:cNvSpPr>
            <a:spLocks noChangeArrowheads="1"/>
          </p:cNvSpPr>
          <p:nvPr/>
        </p:nvSpPr>
        <p:spPr bwMode="auto">
          <a:xfrm rot="10800000" flipV="1">
            <a:off x="72059" y="1045889"/>
            <a:ext cx="8557591" cy="40318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just" defTabSz="914400" rtl="0" eaLnBrk="0" fontAlgn="base" latinLnBrk="0" hangingPunct="0">
              <a:lnSpc>
                <a:spcPct val="100000"/>
              </a:lnSpc>
              <a:spcBef>
                <a:spcPct val="0"/>
              </a:spcBef>
              <a:spcAft>
                <a:spcPct val="0"/>
              </a:spcAft>
              <a:buClrTx/>
              <a:buSzTx/>
              <a:tabLst/>
            </a:pPr>
            <a:r>
              <a:rPr kumimoji="0" lang="en-US" altLang="en-US" sz="1600" b="1"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rPr>
              <a:t>1.Triple-Role Dashboards:</a:t>
            </a:r>
          </a:p>
          <a:p>
            <a:pPr marL="0" marR="0" lvl="0" indent="0" algn="just" defTabSz="914400" rtl="0" eaLnBrk="0" fontAlgn="base" latinLnBrk="0" hangingPunct="0">
              <a:lnSpc>
                <a:spcPct val="100000"/>
              </a:lnSpc>
              <a:spcBef>
                <a:spcPct val="0"/>
              </a:spcBef>
              <a:spcAft>
                <a:spcPct val="0"/>
              </a:spcAft>
              <a:buClrTx/>
              <a:buSzTx/>
              <a:tabLst/>
            </a:pPr>
            <a:endParaRPr kumimoji="0" lang="en-US" altLang="en-US" sz="1600" b="0"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endParaRPr>
          </a:p>
          <a:p>
            <a:pPr lvl="1" algn="just" eaLnBrk="0" fontAlgn="base" hangingPunct="0">
              <a:spcBef>
                <a:spcPct val="0"/>
              </a:spcBef>
              <a:spcAft>
                <a:spcPct val="0"/>
              </a:spcAft>
              <a:buFontTx/>
              <a:buChar char="•"/>
            </a:pPr>
            <a:r>
              <a:rPr kumimoji="0" lang="en-US" altLang="en-US" sz="1600" b="1"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rPr>
              <a:t>Admin:</a:t>
            </a:r>
            <a:r>
              <a:rPr kumimoji="0" lang="en-US" altLang="en-US" sz="1600" b="0"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rPr>
              <a:t> Master Timetable, user management (Add/Delete), and attendance record modification.</a:t>
            </a:r>
          </a:p>
          <a:p>
            <a:pPr lvl="1" algn="just" eaLnBrk="0" fontAlgn="base" hangingPunct="0">
              <a:spcBef>
                <a:spcPct val="0"/>
              </a:spcBef>
              <a:spcAft>
                <a:spcPct val="0"/>
              </a:spcAft>
              <a:buFontTx/>
              <a:buChar char="•"/>
            </a:pPr>
            <a:endParaRPr kumimoji="0" lang="en-US" altLang="en-US" sz="1600" b="0"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endParaRPr>
          </a:p>
          <a:p>
            <a:pPr lvl="1" algn="just" eaLnBrk="0" fontAlgn="base" hangingPunct="0">
              <a:spcBef>
                <a:spcPct val="0"/>
              </a:spcBef>
              <a:spcAft>
                <a:spcPct val="0"/>
              </a:spcAft>
              <a:buFontTx/>
              <a:buChar char="•"/>
            </a:pPr>
            <a:r>
              <a:rPr kumimoji="0" lang="en-US" altLang="en-US" sz="1600" b="1"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rPr>
              <a:t>Faculty:</a:t>
            </a:r>
            <a:r>
              <a:rPr kumimoji="0" lang="en-US" altLang="en-US" sz="1600" b="0"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rPr>
              <a:t> QR/Manual attendance, student analysis, credential resets, and class schedules.</a:t>
            </a:r>
          </a:p>
          <a:p>
            <a:pPr lvl="1" algn="just" eaLnBrk="0" fontAlgn="base" hangingPunct="0">
              <a:spcBef>
                <a:spcPct val="0"/>
              </a:spcBef>
              <a:spcAft>
                <a:spcPct val="0"/>
              </a:spcAft>
              <a:buFontTx/>
              <a:buChar char="•"/>
            </a:pPr>
            <a:endParaRPr kumimoji="0" lang="en-US" altLang="en-US" sz="1600" b="0"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endParaRPr>
          </a:p>
          <a:p>
            <a:pPr lvl="1" algn="just" eaLnBrk="0" fontAlgn="base" hangingPunct="0">
              <a:spcBef>
                <a:spcPct val="0"/>
              </a:spcBef>
              <a:spcAft>
                <a:spcPct val="0"/>
              </a:spcAft>
              <a:buFontTx/>
              <a:buChar char="•"/>
            </a:pPr>
            <a:r>
              <a:rPr kumimoji="0" lang="en-US" altLang="en-US" sz="1600" b="1"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rPr>
              <a:t>Student:</a:t>
            </a:r>
            <a:r>
              <a:rPr kumimoji="0" lang="en-US" altLang="en-US" sz="1600" b="0"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rPr>
              <a:t> Personal QR profile, attendance percentage, today’s schedule, and coding scores.</a:t>
            </a:r>
          </a:p>
          <a:p>
            <a:pPr lvl="1" algn="just" eaLnBrk="0" fontAlgn="base" hangingPunct="0">
              <a:spcBef>
                <a:spcPct val="0"/>
              </a:spcBef>
              <a:spcAft>
                <a:spcPct val="0"/>
              </a:spcAft>
              <a:buFontTx/>
              <a:buChar char="•"/>
            </a:pPr>
            <a:endParaRPr kumimoji="0" lang="en-US" altLang="en-US" sz="1600" b="0"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endParaRPr>
          </a:p>
          <a:p>
            <a:pPr marL="0" marR="0" lvl="0" indent="0" algn="just" defTabSz="914400" rtl="0" eaLnBrk="0" fontAlgn="base" latinLnBrk="0" hangingPunct="0">
              <a:lnSpc>
                <a:spcPct val="100000"/>
              </a:lnSpc>
              <a:spcBef>
                <a:spcPct val="0"/>
              </a:spcBef>
              <a:spcAft>
                <a:spcPct val="0"/>
              </a:spcAft>
              <a:buClrTx/>
              <a:buSzTx/>
              <a:tabLst/>
            </a:pPr>
            <a:r>
              <a:rPr kumimoji="0" lang="en-US" altLang="en-US" sz="1600" b="1"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rPr>
              <a:t>2.Core Modules:</a:t>
            </a:r>
          </a:p>
          <a:p>
            <a:pPr marL="0" marR="0" lvl="0" indent="0" algn="just" defTabSz="914400" rtl="0" eaLnBrk="0" fontAlgn="base" latinLnBrk="0" hangingPunct="0">
              <a:lnSpc>
                <a:spcPct val="100000"/>
              </a:lnSpc>
              <a:spcBef>
                <a:spcPct val="0"/>
              </a:spcBef>
              <a:spcAft>
                <a:spcPct val="0"/>
              </a:spcAft>
              <a:buClrTx/>
              <a:buSzTx/>
              <a:tabLst/>
            </a:pPr>
            <a:endParaRPr kumimoji="0" lang="en-US" altLang="en-US" sz="1600" b="0"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endParaRPr>
          </a:p>
          <a:p>
            <a:pPr lvl="1" algn="just" eaLnBrk="0" fontAlgn="base" hangingPunct="0">
              <a:spcBef>
                <a:spcPct val="0"/>
              </a:spcBef>
              <a:spcAft>
                <a:spcPct val="0"/>
              </a:spcAft>
              <a:buFontTx/>
              <a:buChar char="•"/>
            </a:pPr>
            <a:r>
              <a:rPr kumimoji="0" lang="en-US" altLang="en-US" sz="1600" b="1"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rPr>
              <a:t>Dual-Mode Attendance:</a:t>
            </a:r>
            <a:r>
              <a:rPr kumimoji="0" lang="en-US" altLang="en-US" sz="1600" b="0"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rPr>
              <a:t> Fast QR scanning with manual override for roll-calls.</a:t>
            </a:r>
          </a:p>
          <a:p>
            <a:pPr lvl="1" algn="just" eaLnBrk="0" fontAlgn="base" hangingPunct="0">
              <a:spcBef>
                <a:spcPct val="0"/>
              </a:spcBef>
              <a:spcAft>
                <a:spcPct val="0"/>
              </a:spcAft>
              <a:buFontTx/>
              <a:buChar char="•"/>
            </a:pPr>
            <a:endParaRPr kumimoji="0" lang="en-US" altLang="en-US" sz="1600" b="0"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endParaRPr>
          </a:p>
          <a:p>
            <a:pPr lvl="1" algn="just" eaLnBrk="0" fontAlgn="base" hangingPunct="0">
              <a:spcBef>
                <a:spcPct val="0"/>
              </a:spcBef>
              <a:spcAft>
                <a:spcPct val="0"/>
              </a:spcAft>
              <a:buFontTx/>
              <a:buChar char="•"/>
            </a:pPr>
            <a:r>
              <a:rPr kumimoji="0" lang="en-US" altLang="en-US" sz="1600" b="1"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rPr>
              <a:t>Gamified Hub:</a:t>
            </a:r>
            <a:r>
              <a:rPr kumimoji="0" lang="en-US" altLang="en-US" sz="1600" b="0"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rPr>
              <a:t> Live leaderboards showing coding ranks across classes.</a:t>
            </a:r>
          </a:p>
          <a:p>
            <a:pPr lvl="1" algn="just" eaLnBrk="0" fontAlgn="base" hangingPunct="0">
              <a:spcBef>
                <a:spcPct val="0"/>
              </a:spcBef>
              <a:spcAft>
                <a:spcPct val="0"/>
              </a:spcAft>
              <a:buFontTx/>
              <a:buChar char="•"/>
            </a:pPr>
            <a:endParaRPr kumimoji="0" lang="en-US" altLang="en-US" sz="1600" b="0"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endParaRPr>
          </a:p>
          <a:p>
            <a:pPr lvl="1" algn="just" eaLnBrk="0" fontAlgn="base" hangingPunct="0">
              <a:spcBef>
                <a:spcPct val="0"/>
              </a:spcBef>
              <a:spcAft>
                <a:spcPct val="0"/>
              </a:spcAft>
              <a:buFontTx/>
              <a:buChar char="•"/>
            </a:pPr>
            <a:r>
              <a:rPr kumimoji="0" lang="en-US" altLang="en-US" sz="1600" b="1"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rPr>
              <a:t>Global Scheduler:</a:t>
            </a:r>
            <a:r>
              <a:rPr kumimoji="0" lang="en-US" altLang="en-US" sz="1600" b="0"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rPr>
              <a:t> Real-time daily/weekly/master views for all users.</a:t>
            </a:r>
          </a:p>
          <a:p>
            <a:pPr marL="0" marR="0" lvl="0" indent="0" algn="just" defTabSz="914400" rtl="0" eaLnBrk="0" fontAlgn="base" latinLnBrk="0" hangingPunct="0">
              <a:lnSpc>
                <a:spcPct val="100000"/>
              </a:lnSpc>
              <a:spcBef>
                <a:spcPct val="0"/>
              </a:spcBef>
              <a:spcAft>
                <a:spcPct val="0"/>
              </a:spcAft>
              <a:buClrTx/>
              <a:buSzTx/>
              <a:buFontTx/>
              <a:buNone/>
              <a:tabLst/>
            </a:pPr>
            <a:endParaRPr kumimoji="0" lang="en-US" altLang="en-US" sz="1600" b="0"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15252507"/>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7353434-5118-2513-D770-AC0C2BAEB38C}"/>
              </a:ext>
            </a:extLst>
          </p:cNvPr>
          <p:cNvSpPr>
            <a:spLocks noGrp="1"/>
          </p:cNvSpPr>
          <p:nvPr>
            <p:ph type="sldNum" sz="quarter" idx="14"/>
          </p:nvPr>
        </p:nvSpPr>
        <p:spPr/>
        <p:txBody>
          <a:bodyPr/>
          <a:lstStyle/>
          <a:p>
            <a:fld id="{4B327F5A-7D8F-4012-9A1A-2197D74A174F}" type="slidenum">
              <a:rPr lang="en-IN" smtClean="0"/>
              <a:pPr/>
              <a:t>15</a:t>
            </a:fld>
            <a:endParaRPr lang="en-IN" dirty="0"/>
          </a:p>
        </p:txBody>
      </p:sp>
      <p:sp>
        <p:nvSpPr>
          <p:cNvPr id="7" name="object 2">
            <a:extLst>
              <a:ext uri="{FF2B5EF4-FFF2-40B4-BE49-F238E27FC236}">
                <a16:creationId xmlns:a16="http://schemas.microsoft.com/office/drawing/2014/main" id="{CC6B33E9-E2D7-DCF3-DE93-E6BE326D5A71}"/>
              </a:ext>
            </a:extLst>
          </p:cNvPr>
          <p:cNvSpPr txBox="1">
            <a:spLocks/>
          </p:cNvSpPr>
          <p:nvPr/>
        </p:nvSpPr>
        <p:spPr>
          <a:xfrm>
            <a:off x="66039" y="188849"/>
            <a:ext cx="7432040" cy="534120"/>
          </a:xfrm>
          <a:prstGeom prst="rect">
            <a:avLst/>
          </a:prstGeom>
        </p:spPr>
        <p:txBody>
          <a:bodyPr vert="horz" wrap="square" lIns="0" tIns="71754" rIns="0" bIns="0" rtlCol="0" anchor="t">
            <a:spAutoFit/>
          </a:bodyPr>
          <a:lstStyle>
            <a:lvl1pPr algn="l" defTabSz="914400" rtl="0" eaLnBrk="1" latinLnBrk="0" hangingPunct="1">
              <a:lnSpc>
                <a:spcPct val="85000"/>
              </a:lnSpc>
              <a:spcBef>
                <a:spcPct val="0"/>
              </a:spcBef>
              <a:buNone/>
              <a:defRPr lang="en-US" sz="3000" b="0" kern="1200" cap="none" spc="0" baseline="0" dirty="0" smtClean="0">
                <a:solidFill>
                  <a:srgbClr val="005094"/>
                </a:solidFill>
                <a:latin typeface="+mj-lt"/>
                <a:ea typeface="Roboto" panose="02000000000000000000" pitchFamily="2" charset="0"/>
                <a:cs typeface="Roboto" panose="02000000000000000000" pitchFamily="2" charset="0"/>
              </a:defRPr>
            </a:lvl1pPr>
          </a:lstStyle>
          <a:p>
            <a:pPr marL="45085">
              <a:lnSpc>
                <a:spcPct val="100000"/>
              </a:lnSpc>
              <a:spcBef>
                <a:spcPts val="105"/>
              </a:spcBef>
            </a:pPr>
            <a:r>
              <a:rPr lang="en-US" dirty="0">
                <a:latin typeface="Times New Roman" panose="02020603050405020304" pitchFamily="18" charset="0"/>
                <a:cs typeface="Times New Roman" panose="02020603050405020304" pitchFamily="18" charset="0"/>
              </a:rPr>
              <a:t>Expected Outcomes</a:t>
            </a:r>
          </a:p>
        </p:txBody>
      </p:sp>
      <p:sp>
        <p:nvSpPr>
          <p:cNvPr id="3" name="Rectangle 1">
            <a:extLst>
              <a:ext uri="{FF2B5EF4-FFF2-40B4-BE49-F238E27FC236}">
                <a16:creationId xmlns:a16="http://schemas.microsoft.com/office/drawing/2014/main" id="{AF8EC573-90B3-A8E5-F4CA-A062DC425162}"/>
              </a:ext>
            </a:extLst>
          </p:cNvPr>
          <p:cNvSpPr>
            <a:spLocks noChangeArrowheads="1"/>
          </p:cNvSpPr>
          <p:nvPr/>
        </p:nvSpPr>
        <p:spPr bwMode="auto">
          <a:xfrm rot="10800000" flipV="1">
            <a:off x="109330" y="1258564"/>
            <a:ext cx="8925339"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just" defTabSz="914400" rtl="0" eaLnBrk="0" fontAlgn="base" latinLnBrk="0" hangingPunct="0">
              <a:lnSpc>
                <a:spcPct val="100000"/>
              </a:lnSpc>
              <a:spcBef>
                <a:spcPct val="0"/>
              </a:spcBef>
              <a:spcAft>
                <a:spcPct val="0"/>
              </a:spcAft>
              <a:buClrTx/>
              <a:buSzTx/>
              <a:buFont typeface="Wingdings" panose="05000000000000000000" pitchFamily="2" charset="2"/>
              <a:buChar char="ü"/>
              <a:tabLst/>
            </a:pPr>
            <a:r>
              <a:rPr kumimoji="0" lang="en-US" altLang="en-US" sz="1800" b="1"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rPr>
              <a:t>Operational Agility:</a:t>
            </a:r>
            <a:r>
              <a:rPr kumimoji="0" lang="en-US" altLang="en-US" sz="1800" b="0"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rPr>
              <a:t> 80% reduction in attendance time via QR and NLP text commands.</a:t>
            </a:r>
          </a:p>
          <a:p>
            <a:pPr marL="285750" marR="0" lvl="0" indent="-285750" algn="just" defTabSz="914400" rtl="0" eaLnBrk="0" fontAlgn="base" latinLnBrk="0" hangingPunct="0">
              <a:lnSpc>
                <a:spcPct val="100000"/>
              </a:lnSpc>
              <a:spcBef>
                <a:spcPct val="0"/>
              </a:spcBef>
              <a:spcAft>
                <a:spcPct val="0"/>
              </a:spcAft>
              <a:buClrTx/>
              <a:buSzTx/>
              <a:buFont typeface="Wingdings" panose="05000000000000000000" pitchFamily="2" charset="2"/>
              <a:buChar char="ü"/>
              <a:tabLst/>
            </a:pPr>
            <a:endParaRPr kumimoji="0" lang="en-US" altLang="en-US" sz="1800" b="0"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endParaRPr>
          </a:p>
          <a:p>
            <a:pPr marL="285750" marR="0" lvl="0" indent="-285750" algn="just" defTabSz="914400" rtl="0" eaLnBrk="0" fontAlgn="base" latinLnBrk="0" hangingPunct="0">
              <a:lnSpc>
                <a:spcPct val="100000"/>
              </a:lnSpc>
              <a:spcBef>
                <a:spcPct val="0"/>
              </a:spcBef>
              <a:spcAft>
                <a:spcPct val="0"/>
              </a:spcAft>
              <a:buClrTx/>
              <a:buSzTx/>
              <a:buFont typeface="Wingdings" panose="05000000000000000000" pitchFamily="2" charset="2"/>
              <a:buChar char="ü"/>
              <a:tabLst/>
            </a:pPr>
            <a:r>
              <a:rPr kumimoji="0" lang="en-US" altLang="en-US" sz="1800" b="1"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rPr>
              <a:t>Engagement:</a:t>
            </a:r>
            <a:r>
              <a:rPr kumimoji="0" lang="en-US" altLang="en-US" sz="1800" b="0"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rPr>
              <a:t> Increased coding activity due to daily leaderboard visibility.</a:t>
            </a:r>
          </a:p>
          <a:p>
            <a:pPr marL="285750" marR="0" lvl="0" indent="-285750" algn="just" defTabSz="914400" rtl="0" eaLnBrk="0" fontAlgn="base" latinLnBrk="0" hangingPunct="0">
              <a:lnSpc>
                <a:spcPct val="100000"/>
              </a:lnSpc>
              <a:spcBef>
                <a:spcPct val="0"/>
              </a:spcBef>
              <a:spcAft>
                <a:spcPct val="0"/>
              </a:spcAft>
              <a:buClrTx/>
              <a:buSzTx/>
              <a:buFont typeface="Wingdings" panose="05000000000000000000" pitchFamily="2" charset="2"/>
              <a:buChar char="ü"/>
              <a:tabLst/>
            </a:pPr>
            <a:endParaRPr kumimoji="0" lang="en-US" altLang="en-US" sz="1800" b="0"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endParaRPr>
          </a:p>
          <a:p>
            <a:pPr marL="285750" marR="0" lvl="0" indent="-285750" algn="just" defTabSz="914400" rtl="0" eaLnBrk="0" fontAlgn="base" latinLnBrk="0" hangingPunct="0">
              <a:lnSpc>
                <a:spcPct val="100000"/>
              </a:lnSpc>
              <a:spcBef>
                <a:spcPct val="0"/>
              </a:spcBef>
              <a:spcAft>
                <a:spcPct val="0"/>
              </a:spcAft>
              <a:buClrTx/>
              <a:buSzTx/>
              <a:buFont typeface="Wingdings" panose="05000000000000000000" pitchFamily="2" charset="2"/>
              <a:buChar char="ü"/>
              <a:tabLst/>
            </a:pPr>
            <a:r>
              <a:rPr kumimoji="0" lang="en-US" altLang="en-US" sz="1800" b="1"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rPr>
              <a:t>Data Integrity:</a:t>
            </a:r>
            <a:r>
              <a:rPr kumimoji="0" lang="en-US" altLang="en-US" sz="1800" b="0"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rPr>
              <a:t> Admin correction features ensure 100% accurate institutional records.</a:t>
            </a:r>
          </a:p>
          <a:p>
            <a:pPr marL="285750" marR="0" lvl="0" indent="-285750" algn="just" defTabSz="914400" rtl="0" eaLnBrk="0" fontAlgn="base" latinLnBrk="0" hangingPunct="0">
              <a:lnSpc>
                <a:spcPct val="100000"/>
              </a:lnSpc>
              <a:spcBef>
                <a:spcPct val="0"/>
              </a:spcBef>
              <a:spcAft>
                <a:spcPct val="0"/>
              </a:spcAft>
              <a:buClrTx/>
              <a:buSzTx/>
              <a:buFont typeface="Wingdings" panose="05000000000000000000" pitchFamily="2" charset="2"/>
              <a:buChar char="ü"/>
              <a:tabLst/>
            </a:pPr>
            <a:endParaRPr kumimoji="0" lang="en-US" altLang="en-US" sz="1800" b="0"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endParaRPr>
          </a:p>
          <a:p>
            <a:pPr marL="285750" marR="0" lvl="0" indent="-285750" algn="just" defTabSz="914400" rtl="0" eaLnBrk="0" fontAlgn="base" latinLnBrk="0" hangingPunct="0">
              <a:lnSpc>
                <a:spcPct val="100000"/>
              </a:lnSpc>
              <a:spcBef>
                <a:spcPct val="0"/>
              </a:spcBef>
              <a:spcAft>
                <a:spcPct val="0"/>
              </a:spcAft>
              <a:buClrTx/>
              <a:buSzTx/>
              <a:buFont typeface="Wingdings" panose="05000000000000000000" pitchFamily="2" charset="2"/>
              <a:buChar char="ü"/>
              <a:tabLst/>
            </a:pPr>
            <a:r>
              <a:rPr kumimoji="0" lang="en-US" altLang="en-US" sz="1800" b="1"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rPr>
              <a:t>Accessibility:</a:t>
            </a:r>
            <a:r>
              <a:rPr kumimoji="0" lang="en-US" altLang="en-US" sz="1800" b="0" i="0" u="none" strike="noStrike" cap="none" normalizeH="0" baseline="0" dirty="0">
                <a:ln>
                  <a:noFill/>
                </a:ln>
                <a:solidFill>
                  <a:schemeClr val="accent2">
                    <a:lumMod val="50000"/>
                  </a:schemeClr>
                </a:solidFill>
                <a:effectLst/>
                <a:latin typeface="Times New Roman" panose="02020603050405020304" pitchFamily="18" charset="0"/>
                <a:cs typeface="Times New Roman" panose="02020603050405020304" pitchFamily="18" charset="0"/>
              </a:rPr>
              <a:t> Role-specific dashboards provide real-time schedule and performance data 24/7.</a:t>
            </a:r>
          </a:p>
        </p:txBody>
      </p:sp>
    </p:spTree>
    <p:extLst>
      <p:ext uri="{BB962C8B-B14F-4D97-AF65-F5344CB8AC3E}">
        <p14:creationId xmlns:p14="http://schemas.microsoft.com/office/powerpoint/2010/main" val="335720944"/>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530849E-F7A6-5ED3-F0DD-CF5FC48A9C64}"/>
              </a:ext>
            </a:extLst>
          </p:cNvPr>
          <p:cNvSpPr>
            <a:spLocks noGrp="1"/>
          </p:cNvSpPr>
          <p:nvPr>
            <p:ph type="sldNum" sz="quarter" idx="14"/>
          </p:nvPr>
        </p:nvSpPr>
        <p:spPr>
          <a:xfrm>
            <a:off x="8629650" y="4817444"/>
            <a:ext cx="514350" cy="326056"/>
          </a:xfrm>
        </p:spPr>
        <p:txBody>
          <a:bodyPr/>
          <a:lstStyle/>
          <a:p>
            <a:fld id="{4B327F5A-7D8F-4012-9A1A-2197D74A174F}" type="slidenum">
              <a:rPr lang="en-IN" smtClean="0"/>
              <a:pPr/>
              <a:t>16</a:t>
            </a:fld>
            <a:endParaRPr lang="en-IN" dirty="0"/>
          </a:p>
        </p:txBody>
      </p:sp>
      <p:sp>
        <p:nvSpPr>
          <p:cNvPr id="6" name="Title 1">
            <a:extLst>
              <a:ext uri="{FF2B5EF4-FFF2-40B4-BE49-F238E27FC236}">
                <a16:creationId xmlns:a16="http://schemas.microsoft.com/office/drawing/2014/main" id="{70F41802-39C9-442C-A52E-2BA7B3060AFE}"/>
              </a:ext>
            </a:extLst>
          </p:cNvPr>
          <p:cNvSpPr>
            <a:spLocks noGrp="1"/>
          </p:cNvSpPr>
          <p:nvPr>
            <p:ph type="ctrTitle"/>
          </p:nvPr>
        </p:nvSpPr>
        <p:spPr>
          <a:xfrm>
            <a:off x="1036637" y="2445200"/>
            <a:ext cx="6950076" cy="490904"/>
          </a:xfrm>
        </p:spPr>
        <p:txBody>
          <a:bodyPr/>
          <a:lstStyle/>
          <a:p>
            <a:r>
              <a:rPr lang="en-GB" sz="3400" b="1" dirty="0">
                <a:latin typeface="Times New Roman" panose="02020603050405020304" pitchFamily="18" charset="0"/>
                <a:cs typeface="Times New Roman" panose="02020603050405020304" pitchFamily="18" charset="0"/>
              </a:rPr>
              <a:t>Thank You </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39340172"/>
      </p:ext>
    </p:extLst>
  </p:cSld>
  <p:clrMapOvr>
    <a:masterClrMapping/>
  </p:clrMapOvr>
  <p:transition>
    <p:fade/>
  </p:transition>
</p:sld>
</file>

<file path=ppt/theme/theme1.xml><?xml version="1.0" encoding="utf-8"?>
<a:theme xmlns:a="http://schemas.openxmlformats.org/drawingml/2006/main" name="MC Powerpoint Template">
  <a:themeElements>
    <a:clrScheme name="Custom 1">
      <a:dk1>
        <a:srgbClr val="005094"/>
      </a:dk1>
      <a:lt1>
        <a:srgbClr val="FFFFFF"/>
      </a:lt1>
      <a:dk2>
        <a:srgbClr val="FFFFFF"/>
      </a:dk2>
      <a:lt2>
        <a:srgbClr val="FFFFFF"/>
      </a:lt2>
      <a:accent1>
        <a:srgbClr val="005094"/>
      </a:accent1>
      <a:accent2>
        <a:srgbClr val="525252"/>
      </a:accent2>
      <a:accent3>
        <a:srgbClr val="525252"/>
      </a:accent3>
      <a:accent4>
        <a:srgbClr val="005094"/>
      </a:accent4>
      <a:accent5>
        <a:srgbClr val="525252"/>
      </a:accent5>
      <a:accent6>
        <a:srgbClr val="005094"/>
      </a:accent6>
      <a:hlink>
        <a:srgbClr val="525252"/>
      </a:hlink>
      <a:folHlink>
        <a:srgbClr val="005094"/>
      </a:folHlink>
    </a:clrScheme>
    <a:fontScheme name="Montgomery College Fon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rgbClr val="51237F"/>
        </a:solidFill>
        <a:ln w="19050" algn="ctr">
          <a:noFill/>
          <a:miter lim="800000"/>
          <a:headEnd/>
          <a:tailEnd/>
        </a:ln>
      </a:spPr>
      <a:bodyPr wrap="none" rtlCol="0" anchor="ctr"/>
      <a:lstStyle>
        <a:defPPr algn="ctr">
          <a:lnSpc>
            <a:spcPct val="90000"/>
          </a:lnSpc>
          <a:defRPr sz="1600" b="1" dirty="0" err="1" smtClean="0">
            <a:solidFill>
              <a:schemeClr val="bg1"/>
            </a:solidFill>
            <a:latin typeface="+mj-lt"/>
          </a:defRPr>
        </a:defPPr>
      </a:lstStyle>
    </a:spDef>
    <a:lnDef>
      <a:spPr>
        <a:ln w="28575">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auto">
        <a:noFill/>
        <a:ln w="19050" algn="ctr">
          <a:noFill/>
          <a:miter lim="800000"/>
          <a:headEnd/>
          <a:tailEnd/>
        </a:ln>
      </a:spPr>
      <a:bodyPr wrap="square" lIns="0" tIns="0" rIns="0" bIns="0" rtlCol="0">
        <a:spAutoFit/>
      </a:bodyPr>
      <a:lstStyle>
        <a:defPPr>
          <a:defRPr sz="2000" dirty="0" err="1" smtClean="0"/>
        </a:defPPr>
      </a:lstStyle>
    </a:txDef>
  </a:objectDefaults>
  <a:extraClrSchemeLst/>
</a:theme>
</file>

<file path=ppt/theme/theme2.xml><?xml version="1.0" encoding="utf-8"?>
<a:theme xmlns:a="http://schemas.openxmlformats.org/drawingml/2006/main" name="Office Theme">
  <a:themeElements>
    <a:clrScheme name="Coalesse Palette">
      <a:dk1>
        <a:sysClr val="windowText" lastClr="000000"/>
      </a:dk1>
      <a:lt1>
        <a:sysClr val="window" lastClr="FFFFFF"/>
      </a:lt1>
      <a:dk2>
        <a:srgbClr val="342B2A"/>
      </a:dk2>
      <a:lt2>
        <a:srgbClr val="DAD6CB"/>
      </a:lt2>
      <a:accent1>
        <a:srgbClr val="E55302"/>
      </a:accent1>
      <a:accent2>
        <a:srgbClr val="5F3032"/>
      </a:accent2>
      <a:accent3>
        <a:srgbClr val="005774"/>
      </a:accent3>
      <a:accent4>
        <a:srgbClr val="9BA03C"/>
      </a:accent4>
      <a:accent5>
        <a:srgbClr val="34AA71"/>
      </a:accent5>
      <a:accent6>
        <a:srgbClr val="F3BD48"/>
      </a:accent6>
      <a:hlink>
        <a:srgbClr val="34AA71"/>
      </a:hlink>
      <a:folHlink>
        <a:srgbClr val="8C8C8C"/>
      </a:folHlink>
    </a:clrScheme>
    <a:fontScheme name="Coalesse">
      <a:majorFont>
        <a:latin typeface="Arial"/>
        <a:ea typeface=""/>
        <a:cs typeface=""/>
      </a:majorFont>
      <a:minorFont>
        <a:latin typeface="Garamond"/>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Coalesse Palette">
      <a:dk1>
        <a:sysClr val="windowText" lastClr="000000"/>
      </a:dk1>
      <a:lt1>
        <a:sysClr val="window" lastClr="FFFFFF"/>
      </a:lt1>
      <a:dk2>
        <a:srgbClr val="342B2A"/>
      </a:dk2>
      <a:lt2>
        <a:srgbClr val="DAD6CB"/>
      </a:lt2>
      <a:accent1>
        <a:srgbClr val="E55302"/>
      </a:accent1>
      <a:accent2>
        <a:srgbClr val="5F3032"/>
      </a:accent2>
      <a:accent3>
        <a:srgbClr val="005774"/>
      </a:accent3>
      <a:accent4>
        <a:srgbClr val="9BA03C"/>
      </a:accent4>
      <a:accent5>
        <a:srgbClr val="34AA71"/>
      </a:accent5>
      <a:accent6>
        <a:srgbClr val="F3BD48"/>
      </a:accent6>
      <a:hlink>
        <a:srgbClr val="34AA71"/>
      </a:hlink>
      <a:folHlink>
        <a:srgbClr val="8C8C8C"/>
      </a:folHlink>
    </a:clrScheme>
    <a:fontScheme name="Coalesse">
      <a:majorFont>
        <a:latin typeface="Arial"/>
        <a:ea typeface=""/>
        <a:cs typeface=""/>
      </a:majorFont>
      <a:minorFont>
        <a:latin typeface="Garamond"/>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1451</Words>
  <Application>Microsoft Office PowerPoint</Application>
  <PresentationFormat>On-screen Show (16:9)</PresentationFormat>
  <Paragraphs>208</Paragraphs>
  <Slides>16</Slides>
  <Notes>15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16</vt:i4>
      </vt:variant>
    </vt:vector>
  </HeadingPairs>
  <TitlesOfParts>
    <vt:vector size="22" baseType="lpstr">
      <vt:lpstr>Arial</vt:lpstr>
      <vt:lpstr>Wingdings</vt:lpstr>
      <vt:lpstr>Garamond</vt:lpstr>
      <vt:lpstr>Arial MT</vt:lpstr>
      <vt:lpstr>Times New Roman</vt:lpstr>
      <vt:lpstr>MC Powerpoint Template</vt:lpstr>
      <vt:lpstr>CAPSTONE PROJECT REVIEW - II</vt:lpstr>
      <vt:lpstr>Contents of the Presentation</vt:lpstr>
      <vt:lpstr>Problem Statement</vt:lpstr>
      <vt:lpstr>Literature Review: Paper 1</vt:lpstr>
      <vt:lpstr>Literature Review: Paper 2</vt:lpstr>
      <vt:lpstr>Literature Review: Paper 3</vt:lpstr>
      <vt:lpstr>Literature Review: Paper 4</vt:lpstr>
      <vt:lpstr>Literature Review: Paper 5</vt:lpstr>
      <vt:lpstr>Literature Review: Paper 6</vt:lpstr>
      <vt:lpstr>Literature Review: Paper 7</vt:lpstr>
      <vt:lpstr>Literature Review: Paper 8</vt:lpstr>
      <vt:lpstr>Literature Review: Comparitive Analysis</vt:lpstr>
      <vt:lpstr>Literature Review: Identified Gaps</vt:lpstr>
      <vt:lpstr>PowerPoint Presentation</vt:lpstr>
      <vt:lpstr>PowerPoint Presentation</vt:lpstr>
      <vt:lpstr>Thank You </vt:lpstr>
    </vt:vector>
  </TitlesOfParts>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cp:lastModifiedBy/>
  <cp:revision>1</cp:revision>
  <dcterms:created xsi:type="dcterms:W3CDTF">2016-09-09T13:34:50Z</dcterms:created>
  <dcterms:modified xsi:type="dcterms:W3CDTF">2025-12-19T01:56:25Z</dcterms:modified>
</cp:coreProperties>
</file>