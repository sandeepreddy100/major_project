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932" r:id="rId1"/>
  </p:sldMasterIdLst>
  <p:notesMasterIdLst>
    <p:notesMasterId r:id="rId11"/>
  </p:notesMasterIdLst>
  <p:handoutMasterIdLst>
    <p:handoutMasterId r:id="rId12"/>
  </p:handoutMasterIdLst>
  <p:sldIdLst>
    <p:sldId id="573" r:id="rId2"/>
    <p:sldId id="257" r:id="rId3"/>
    <p:sldId id="504" r:id="rId4"/>
    <p:sldId id="570" r:id="rId5"/>
    <p:sldId id="571" r:id="rId6"/>
    <p:sldId id="546" r:id="rId7"/>
    <p:sldId id="569" r:id="rId8"/>
    <p:sldId id="572" r:id="rId9"/>
    <p:sldId id="514" r:id="rId10"/>
  </p:sldIdLst>
  <p:sldSz cx="9144000" cy="5143500" type="screen16x9"/>
  <p:notesSz cx="6858000" cy="9296400"/>
  <p:embeddedFontLst>
    <p:embeddedFont>
      <p:font typeface="Garamond" panose="02020404030301010803" pitchFamily="18" charset="0"/>
      <p:regular r:id="rId13"/>
      <p:bold r:id="rId14"/>
      <p:italic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43">
          <p15:clr>
            <a:srgbClr val="A4A3A4"/>
          </p15:clr>
        </p15:guide>
        <p15:guide id="2" orient="horz" pos="325">
          <p15:clr>
            <a:srgbClr val="A4A3A4"/>
          </p15:clr>
        </p15:guide>
        <p15:guide id="3" orient="horz" pos="2917">
          <p15:clr>
            <a:srgbClr val="A4A3A4"/>
          </p15:clr>
        </p15:guide>
        <p15:guide id="4" orient="horz" pos="399">
          <p15:clr>
            <a:srgbClr val="A4A3A4"/>
          </p15:clr>
        </p15:guide>
        <p15:guide id="5" pos="576">
          <p15:clr>
            <a:srgbClr val="A4A3A4"/>
          </p15:clr>
        </p15:guide>
        <p15:guide id="6" pos="5184">
          <p15:clr>
            <a:srgbClr val="A4A3A4"/>
          </p15:clr>
        </p15:guide>
        <p15:guide id="7" pos="2880">
          <p15:clr>
            <a:srgbClr val="A4A3A4"/>
          </p15:clr>
        </p15:guide>
        <p15:guide id="8" pos="5108">
          <p15:clr>
            <a:srgbClr val="A4A3A4"/>
          </p15:clr>
        </p15:guide>
        <p15:guide id="9" pos="6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92">
          <p15:clr>
            <a:srgbClr val="A4A3A4"/>
          </p15:clr>
        </p15:guide>
        <p15:guide id="2" orient="horz" pos="5542">
          <p15:clr>
            <a:srgbClr val="A4A3A4"/>
          </p15:clr>
        </p15:guide>
        <p15:guide id="3" orient="horz" pos="5777">
          <p15:clr>
            <a:srgbClr val="A4A3A4"/>
          </p15:clr>
        </p15:guide>
        <p15:guide id="4" pos="286">
          <p15:clr>
            <a:srgbClr val="A4A3A4"/>
          </p15:clr>
        </p15:guide>
        <p15:guide id="5" pos="40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59596"/>
    <a:srgbClr val="3A195B"/>
    <a:srgbClr val="005094"/>
    <a:srgbClr val="004170"/>
    <a:srgbClr val="F0F1F1"/>
    <a:srgbClr val="004670"/>
    <a:srgbClr val="00468C"/>
    <a:srgbClr val="004D8E"/>
    <a:srgbClr val="145094"/>
    <a:srgbClr val="005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C0FE7F-90E4-4EAA-A70E-61303D3C9F0F}" v="2" dt="2025-12-22T14:52:50.3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64" autoAdjust="0"/>
    <p:restoredTop sz="86425" autoAdjust="0"/>
  </p:normalViewPr>
  <p:slideViewPr>
    <p:cSldViewPr snapToGrid="0" showGuides="1">
      <p:cViewPr varScale="1">
        <p:scale>
          <a:sx n="73" d="100"/>
          <a:sy n="73" d="100"/>
        </p:scale>
        <p:origin x="1220" y="276"/>
      </p:cViewPr>
      <p:guideLst>
        <p:guide orient="horz" pos="2843"/>
        <p:guide orient="horz" pos="325"/>
        <p:guide orient="horz" pos="2917"/>
        <p:guide orient="horz" pos="399"/>
        <p:guide pos="576"/>
        <p:guide pos="5184"/>
        <p:guide pos="2880"/>
        <p:guide pos="5108"/>
        <p:guide pos="65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1" d="100"/>
        <a:sy n="71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-3894" y="-96"/>
      </p:cViewPr>
      <p:guideLst>
        <p:guide orient="horz" pos="2592"/>
        <p:guide orient="horz" pos="5542"/>
        <p:guide orient="horz" pos="5777"/>
        <p:guide pos="286"/>
        <p:guide pos="403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EEP KUMAR REDDY TAVVA" userId="10a689a2c5b210cf" providerId="LiveId" clId="{F7CA484F-DC9C-467D-A897-77F417B2FB0F}"/>
    <pc:docChg chg="custSel addSld delSld modSld">
      <pc:chgData name="SANDEEP KUMAR REDDY TAVVA" userId="10a689a2c5b210cf" providerId="LiveId" clId="{F7CA484F-DC9C-467D-A897-77F417B2FB0F}" dt="2025-12-22T14:52:58.761" v="14" actId="20577"/>
      <pc:docMkLst>
        <pc:docMk/>
      </pc:docMkLst>
      <pc:sldChg chg="del">
        <pc:chgData name="SANDEEP KUMAR REDDY TAVVA" userId="10a689a2c5b210cf" providerId="LiveId" clId="{F7CA484F-DC9C-467D-A897-77F417B2FB0F}" dt="2025-12-22T14:52:53.100" v="11" actId="47"/>
        <pc:sldMkLst>
          <pc:docMk/>
          <pc:sldMk cId="3853256293" sldId="491"/>
        </pc:sldMkLst>
      </pc:sldChg>
      <pc:sldChg chg="addSp delSp modSp mod">
        <pc:chgData name="SANDEEP KUMAR REDDY TAVVA" userId="10a689a2c5b210cf" providerId="LiveId" clId="{F7CA484F-DC9C-467D-A897-77F417B2FB0F}" dt="2025-12-22T13:21:31.497" v="9" actId="14100"/>
        <pc:sldMkLst>
          <pc:docMk/>
          <pc:sldMk cId="1765490695" sldId="546"/>
        </pc:sldMkLst>
        <pc:picChg chg="add mod">
          <ac:chgData name="SANDEEP KUMAR REDDY TAVVA" userId="10a689a2c5b210cf" providerId="LiveId" clId="{F7CA484F-DC9C-467D-A897-77F417B2FB0F}" dt="2025-12-22T13:21:31.497" v="9" actId="14100"/>
          <ac:picMkLst>
            <pc:docMk/>
            <pc:sldMk cId="1765490695" sldId="546"/>
            <ac:picMk id="5" creationId="{25831EC7-041F-B0EA-6281-BCD6EB1E16B1}"/>
          </ac:picMkLst>
        </pc:picChg>
        <pc:picChg chg="del">
          <ac:chgData name="SANDEEP KUMAR REDDY TAVVA" userId="10a689a2c5b210cf" providerId="LiveId" clId="{F7CA484F-DC9C-467D-A897-77F417B2FB0F}" dt="2025-12-22T13:21:09.998" v="0" actId="478"/>
          <ac:picMkLst>
            <pc:docMk/>
            <pc:sldMk cId="1765490695" sldId="546"/>
            <ac:picMk id="8" creationId="{BF5355E9-AFEB-1110-BB5F-C64D1EBA21A8}"/>
          </ac:picMkLst>
        </pc:picChg>
      </pc:sldChg>
      <pc:sldChg chg="modSp add mod">
        <pc:chgData name="SANDEEP KUMAR REDDY TAVVA" userId="10a689a2c5b210cf" providerId="LiveId" clId="{F7CA484F-DC9C-467D-A897-77F417B2FB0F}" dt="2025-12-22T14:52:58.761" v="14" actId="20577"/>
        <pc:sldMkLst>
          <pc:docMk/>
          <pc:sldMk cId="4190622535" sldId="573"/>
        </pc:sldMkLst>
        <pc:spChg chg="mod">
          <ac:chgData name="SANDEEP KUMAR REDDY TAVVA" userId="10a689a2c5b210cf" providerId="LiveId" clId="{F7CA484F-DC9C-467D-A897-77F417B2FB0F}" dt="2025-12-22T14:52:58.761" v="14" actId="20577"/>
          <ac:spMkLst>
            <pc:docMk/>
            <pc:sldMk cId="4190622535" sldId="573"/>
            <ac:spMk id="12" creationId="{8C1951C4-93AE-4DB7-B5EA-49D22832BBB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3294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12750" y="400050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16425"/>
            <a:ext cx="5486400" cy="41830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07483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114300" indent="-114300" algn="l" defTabSz="914400" rtl="0" eaLnBrk="1" latinLnBrk="0" hangingPunct="1">
      <a:spcBef>
        <a:spcPts val="800"/>
      </a:spcBef>
      <a:buFont typeface="Arial" pitchFamily="34" charset="0"/>
      <a:buChar char="•"/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285750" indent="-112713" algn="l" defTabSz="914400" rtl="0" eaLnBrk="1" latinLnBrk="0" hangingPunct="1">
      <a:spcBef>
        <a:spcPts val="200"/>
      </a:spcBef>
      <a:buFont typeface="Arial" pitchFamily="34" charset="0"/>
      <a:buChar char="•"/>
      <a:defRPr sz="11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403225" indent="-117475" algn="l" defTabSz="914400" rtl="0" eaLnBrk="1" latinLnBrk="0" hangingPunct="1">
      <a:spcBef>
        <a:spcPts val="200"/>
      </a:spcBef>
      <a:buFont typeface="Arial" pitchFamily="34" charset="0"/>
      <a:buChar char="•"/>
      <a:defRPr sz="105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569913" indent="-112713" algn="l" defTabSz="914400" rtl="0" eaLnBrk="1" latinLnBrk="0" hangingPunct="1">
      <a:spcBef>
        <a:spcPts val="200"/>
      </a:spcBef>
      <a:buFont typeface="Arial" pitchFamily="34" charset="0"/>
      <a:buChar char="•"/>
      <a:defRPr sz="105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457200" indent="114300" algn="l" defTabSz="914400" rtl="0" eaLnBrk="1" latinLnBrk="0" hangingPunct="1">
      <a:buFont typeface="Arial" pitchFamily="34" charset="0"/>
      <a:buChar char="•"/>
      <a:defRPr sz="1050" kern="1200">
        <a:solidFill>
          <a:schemeClr val="tx1"/>
        </a:solidFill>
        <a:latin typeface="+mn-lt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12750" y="400050"/>
            <a:ext cx="6197600" cy="348615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30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99938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1308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739F-82AF-92CD-E44B-07AC4A4FD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C1EBC-D359-BAB1-039D-FD63DBCFF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0882-DA3A-8507-09A2-2B950576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030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6364-ECE4-B359-72CA-C7D739019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871DA-793D-11ED-A272-669DB718A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84D01-E9CB-AB0D-4CB1-566FD9315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88446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7086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E229-4AAF-A5AB-4284-DE6B2456D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76D90-B77A-487A-2351-EA6AB0308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99C42-DC6A-C53F-A459-C2B169B4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4421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9F01-E478-215C-ECA2-9C39D2D05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F70149-7783-E0C1-60DB-F05AC3633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75495-DBE9-9339-3882-957AE8641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architecture merges deterministic logic (cut-offs) and intelligent prediction (ML), ensuring accuracy + transparency.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7963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77317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0" y="0"/>
            <a:ext cx="9143999" cy="5143500"/>
          </a:xfrm>
          <a:prstGeom prst="rect">
            <a:avLst/>
          </a:prstGeom>
          <a:solidFill>
            <a:srgbClr val="005094"/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US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5" name="Title 34"/>
          <p:cNvSpPr>
            <a:spLocks noGrp="1"/>
          </p:cNvSpPr>
          <p:nvPr>
            <p:ph type="title" hasCustomPrompt="1"/>
          </p:nvPr>
        </p:nvSpPr>
        <p:spPr>
          <a:xfrm>
            <a:off x="1039439" y="2180420"/>
            <a:ext cx="7069512" cy="517065"/>
          </a:xfrm>
        </p:spPr>
        <p:txBody>
          <a:bodyPr vert="horz" wrap="square" lIns="0" tIns="0" rIns="0" bIns="45720" rtlCol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4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Presentation Title Here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039438" y="2685678"/>
            <a:ext cx="7069512" cy="380873"/>
          </a:xfrm>
        </p:spPr>
        <p:txBody>
          <a:bodyPr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itchFamily="34" charset="0"/>
              <a:buNone/>
              <a:defRPr sz="2600" i="0" spc="0" baseline="0">
                <a:solidFill>
                  <a:schemeClr val="bg1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75000"/>
              </a:lnSpc>
              <a:spcBef>
                <a:spcPts val="1400"/>
              </a:spcBef>
              <a:buFont typeface="Arial" pitchFamily="34" charset="0"/>
              <a:buNone/>
            </a:pPr>
            <a:r>
              <a:rPr lang="en-US" dirty="0"/>
              <a:t>Subtitle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036637" y="3311968"/>
            <a:ext cx="7072313" cy="872001"/>
          </a:xfrm>
        </p:spPr>
        <p:txBody>
          <a:bodyPr vert="horz" wrap="square" lIns="0" tIns="0" rIns="0" bIns="45720" rtlCol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lang="en-US" sz="1800" i="0" baseline="0" dirty="0" smtClean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lang="en-US" sz="1800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 dirty="0"/>
              <a:t>Presenter’s Name</a:t>
            </a:r>
          </a:p>
          <a:p>
            <a:pPr marL="0" lvl="0"/>
            <a:r>
              <a:rPr lang="en-US" dirty="0"/>
              <a:t>Department Name</a:t>
            </a:r>
          </a:p>
          <a:p>
            <a:pPr marL="0" lvl="0"/>
            <a:r>
              <a:rPr lang="en-US" dirty="0"/>
              <a:t>Presentation Date</a:t>
            </a:r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22ECB0BC-81E2-7657-ED1B-DEB6D4FDB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477" y="355946"/>
            <a:ext cx="3535363" cy="8149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8D56BE9-ED9B-1FEE-F84B-DA5E5E0CB593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4569620" y="-63500"/>
            <a:ext cx="4725076" cy="5256000"/>
          </a:xfrm>
          <a:prstGeom prst="rect">
            <a:avLst/>
          </a:prstGeom>
          <a:blipFill dpi="0" rotWithShape="1">
            <a:blip r:embed="rId3">
              <a:alphaModFix amt="17000"/>
            </a:blip>
            <a:srcRect/>
            <a:stretch>
              <a:fillRect/>
            </a:stretch>
          </a:blip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Slide Number Placeholder 10">
            <a:extLst>
              <a:ext uri="{FF2B5EF4-FFF2-40B4-BE49-F238E27FC236}">
                <a16:creationId xmlns:a16="http://schemas.microsoft.com/office/drawing/2014/main" id="{F92A8D1A-8087-B713-B792-1196676E81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073" y="4861680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1032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E61E00C-A024-71C3-971F-1AFA495F9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97430"/>
            <a:ext cx="8349916" cy="3413072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lang="en-US" sz="2100" b="0" kern="1200" dirty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en-US" dirty="0"/>
              <a:t>Click to edit Master text styles Arial 21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5B61543-7882-6964-E3B2-96834DF582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2762" y="691628"/>
            <a:ext cx="834991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B1CD1D-46EF-C274-B1E4-D70331800E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535503" y="485946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5639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F311B5-18DE-CC24-B154-2E2E9BBCB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0FBAE2-C3C6-48CA-66CF-D7F40E6E5D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97430"/>
            <a:ext cx="8349916" cy="3413072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lang="en-US" sz="2100" b="0" kern="1200" dirty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en-US" dirty="0"/>
              <a:t>Click to edit Master text styles Arial 21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280BC2AA-5EE6-7B52-BA8C-83089B779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5503" y="4831733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8115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43000"/>
            <a:ext cx="4129238" cy="34675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143000"/>
            <a:ext cx="4073090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827E89-9151-3A74-8245-090B5BDB5693}"/>
              </a:ext>
            </a:extLst>
          </p:cNvPr>
          <p:cNvCxnSpPr>
            <a:cxnSpLocks/>
          </p:cNvCxnSpPr>
          <p:nvPr userDrawn="1"/>
        </p:nvCxnSpPr>
        <p:spPr>
          <a:xfrm>
            <a:off x="4648200" y="1143000"/>
            <a:ext cx="0" cy="34675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3FA46726-0B7D-512C-7067-C9740C6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10">
            <a:extLst>
              <a:ext uri="{FF2B5EF4-FFF2-40B4-BE49-F238E27FC236}">
                <a16:creationId xmlns:a16="http://schemas.microsoft.com/office/drawing/2014/main" id="{9A92129A-0811-4A8A-836A-70F8CEA85E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5502" y="4831733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76945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231900"/>
            <a:ext cx="4073091" cy="33786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231899"/>
            <a:ext cx="4073091" cy="3378601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A16F23-89BB-6D08-1419-74F0F035C8BE}"/>
              </a:ext>
            </a:extLst>
          </p:cNvPr>
          <p:cNvCxnSpPr>
            <a:cxnSpLocks/>
          </p:cNvCxnSpPr>
          <p:nvPr userDrawn="1"/>
        </p:nvCxnSpPr>
        <p:spPr>
          <a:xfrm>
            <a:off x="4615542" y="811374"/>
            <a:ext cx="0" cy="3799126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CB157-652B-FD48-276D-25DEB55BE6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26793" y="485977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624EA4-4987-93B2-9F41-13E6B95F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12373A8-F430-2AB4-654C-8FAFF8BC79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2762" y="691628"/>
            <a:ext cx="406873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C3B0951-F521-1E5E-E4BC-A9A329C087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5232" y="691628"/>
            <a:ext cx="406873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</p:spTree>
    <p:extLst>
      <p:ext uri="{BB962C8B-B14F-4D97-AF65-F5344CB8AC3E}">
        <p14:creationId xmlns:p14="http://schemas.microsoft.com/office/powerpoint/2010/main" val="925118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6C6F62-ED0F-2FA7-A0A0-9AE79283E8FF}"/>
              </a:ext>
            </a:extLst>
          </p:cNvPr>
          <p:cNvSpPr/>
          <p:nvPr userDrawn="1"/>
        </p:nvSpPr>
        <p:spPr bwMode="auto">
          <a:xfrm>
            <a:off x="4719588" y="1143000"/>
            <a:ext cx="4073090" cy="36766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43000"/>
            <a:ext cx="4129238" cy="34675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143000"/>
            <a:ext cx="4073090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827E89-9151-3A74-8245-090B5BDB5693}"/>
              </a:ext>
            </a:extLst>
          </p:cNvPr>
          <p:cNvCxnSpPr>
            <a:cxnSpLocks/>
          </p:cNvCxnSpPr>
          <p:nvPr userDrawn="1"/>
        </p:nvCxnSpPr>
        <p:spPr>
          <a:xfrm>
            <a:off x="4648200" y="1143000"/>
            <a:ext cx="0" cy="34675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3FA46726-0B7D-512C-7067-C9740C6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33CB75A5-C7CB-2DB8-4C55-16FC38CE16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2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1494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F3B42D-C50E-33BB-B7E9-3C8F2C8CDE29}"/>
              </a:ext>
            </a:extLst>
          </p:cNvPr>
          <p:cNvSpPr/>
          <p:nvPr userDrawn="1"/>
        </p:nvSpPr>
        <p:spPr bwMode="auto">
          <a:xfrm>
            <a:off x="442761" y="1143000"/>
            <a:ext cx="8349917" cy="36703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23D3D4-9F97-9AAC-983C-389847374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42761" y="1143000"/>
            <a:ext cx="8349916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1237F"/>
              </a:buClr>
              <a:buSzTx/>
              <a:buFontTx/>
              <a:buNone/>
              <a:tabLst/>
              <a:defRPr/>
            </a:pPr>
            <a:r>
              <a:rPr lang="en-US" dirty="0"/>
              <a:t>Subhead Arial 21 pt</a:t>
            </a:r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1237F"/>
              </a:buClr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18EDF24D-2644-DA9D-EFD0-4B9BBBE373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5502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300C8CE-3F16-A12B-7A24-DA8017CA8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964950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2B372A-77B5-31B3-E290-AB03B868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9FCD054-2ACB-3400-A961-62B89EF0092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9040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7">
            <a:extLst>
              <a:ext uri="{FF2B5EF4-FFF2-40B4-BE49-F238E27FC236}">
                <a16:creationId xmlns:a16="http://schemas.microsoft.com/office/drawing/2014/main" id="{550F4DCF-0EC0-663F-41C6-AC6F61393C5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36639" y="998545"/>
            <a:ext cx="7072312" cy="2169825"/>
          </a:xfrm>
        </p:spPr>
        <p:txBody>
          <a:bodyPr vert="horz" wrap="square" lIns="91440" tIns="45720" rIns="91440" bIns="45720" rtlCol="0" anchor="b" anchorCtr="0">
            <a:spAutoFit/>
          </a:bodyPr>
          <a:lstStyle>
            <a:lvl1pPr marL="280988" indent="-91440">
              <a:lnSpc>
                <a:spcPct val="90000"/>
              </a:lnSpc>
              <a:defRPr lang="en-US" sz="3000" kern="2200" spc="0" baseline="0" dirty="0">
                <a:latin typeface="+mn-lt"/>
              </a:defRPr>
            </a:lvl1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, semper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Proin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 ipsum mi, ac </a:t>
            </a:r>
            <a:r>
              <a:rPr lang="en-US" dirty="0" err="1"/>
              <a:t>sodales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dolor.”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036637" y="3383309"/>
            <a:ext cx="7072313" cy="541425"/>
          </a:xfrm>
        </p:spPr>
        <p:txBody>
          <a:bodyPr vert="horz" wrap="square" lIns="91440" tIns="45720" rIns="91440" bIns="45720" rtlCol="0">
            <a:noAutofit/>
          </a:bodyPr>
          <a:lstStyle>
            <a:lvl1pPr marL="0" indent="0" algn="r">
              <a:spcBef>
                <a:spcPts val="300"/>
              </a:spcBef>
              <a:buNone/>
              <a:defRPr lang="en-US" sz="1800" baseline="0" dirty="0" smtClean="0">
                <a:solidFill>
                  <a:srgbClr val="525252"/>
                </a:solidFill>
                <a:latin typeface="+mn-lt"/>
              </a:defRPr>
            </a:lvl1pPr>
            <a:lvl2pPr marL="230187" indent="0">
              <a:buNone/>
              <a:defRPr lang="en-US" dirty="0" smtClean="0"/>
            </a:lvl2pPr>
            <a:lvl3pPr marL="515937" indent="0">
              <a:buNone/>
              <a:defRPr lang="en-US" dirty="0" smtClean="0"/>
            </a:lvl3pPr>
            <a:lvl4pPr marL="800100" indent="0">
              <a:buNone/>
              <a:defRPr lang="en-US" dirty="0" smtClean="0"/>
            </a:lvl4pPr>
            <a:lvl5pPr marL="1085850" indent="0">
              <a:buNone/>
              <a:defRPr lang="en-US" dirty="0"/>
            </a:lvl5pPr>
          </a:lstStyle>
          <a:p>
            <a:pPr lvl="0"/>
            <a:r>
              <a:rPr lang="en-US" dirty="0"/>
              <a:t>—Author’s Name</a:t>
            </a:r>
          </a:p>
        </p:txBody>
      </p:sp>
      <p:sp>
        <p:nvSpPr>
          <p:cNvPr id="5" name="Slide Number Placeholder 7">
            <a:extLst>
              <a:ext uri="{FF2B5EF4-FFF2-40B4-BE49-F238E27FC236}">
                <a16:creationId xmlns:a16="http://schemas.microsoft.com/office/drawing/2014/main" id="{DD649393-7F7F-376A-0550-E4D3CFFD7A9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213682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CEE34C1-3461-53B5-31B6-6C5EA7C7518D}"/>
              </a:ext>
            </a:extLst>
          </p:cNvPr>
          <p:cNvSpPr/>
          <p:nvPr userDrawn="1"/>
        </p:nvSpPr>
        <p:spPr bwMode="auto">
          <a:xfrm>
            <a:off x="0" y="0"/>
            <a:ext cx="9143999" cy="5143500"/>
          </a:xfrm>
          <a:prstGeom prst="rect">
            <a:avLst/>
          </a:prstGeom>
          <a:solidFill>
            <a:srgbClr val="005094"/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US" sz="1600" b="1" dirty="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6" name="Picture 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BC0876D-534B-C445-D5AC-3F90E89F50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477" y="355946"/>
            <a:ext cx="3535363" cy="81497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A8F41F8-F19F-D315-422E-A1602CCDB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6637" y="2445200"/>
            <a:ext cx="6950076" cy="517065"/>
          </a:xfrm>
        </p:spPr>
        <p:txBody>
          <a:bodyPr/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3D7F17-64E9-A89C-A05F-98433E4742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4569620" y="-63500"/>
            <a:ext cx="4725076" cy="5256000"/>
          </a:xfrm>
          <a:prstGeom prst="rect">
            <a:avLst/>
          </a:prstGeom>
          <a:blipFill dpi="0" rotWithShape="1">
            <a:blip r:embed="rId3">
              <a:alphaModFix amt="17000"/>
            </a:blip>
            <a:srcRect/>
            <a:stretch>
              <a:fillRect/>
            </a:stretch>
          </a:blip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AF9A6E86-2C50-5A08-8E59-26135CF1280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982737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rgbClr val="00509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252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125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  <p:extLst>
      <p:ext uri="{BB962C8B-B14F-4D97-AF65-F5344CB8AC3E}">
        <p14:creationId xmlns:p14="http://schemas.microsoft.com/office/powerpoint/2010/main" val="284972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-2" y="4817444"/>
            <a:ext cx="9143999" cy="326056"/>
          </a:xfrm>
          <a:prstGeom prst="rect">
            <a:avLst/>
          </a:prstGeom>
          <a:gradFill flip="none" rotWithShape="1">
            <a:gsLst>
              <a:gs pos="0">
                <a:srgbClr val="005094"/>
              </a:gs>
              <a:gs pos="50000">
                <a:srgbClr val="005094"/>
              </a:gs>
              <a:gs pos="75000">
                <a:srgbClr val="3A195B"/>
              </a:gs>
            </a:gsLst>
            <a:path path="circle">
              <a:fillToRect l="100000" t="100000"/>
            </a:path>
            <a:tileRect r="-100000" b="-100000"/>
          </a:gra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l">
              <a:lnSpc>
                <a:spcPct val="90000"/>
              </a:lnSpc>
            </a:pPr>
            <a:endParaRPr lang="en-US" sz="1200" b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6638" y="633475"/>
            <a:ext cx="7072312" cy="438582"/>
          </a:xfrm>
          <a:prstGeom prst="rect">
            <a:avLst/>
          </a:prstGeom>
        </p:spPr>
        <p:txBody>
          <a:bodyPr vert="horz" wrap="square" lIns="0" tIns="0" rIns="0" bIns="45720" rtlCol="0" anchor="t" anchorCtr="0">
            <a:spAutoFit/>
          </a:bodyPr>
          <a:lstStyle/>
          <a:p>
            <a:r>
              <a:rPr lang="en-US" dirty="0"/>
              <a:t>Slide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6638" y="1108347"/>
            <a:ext cx="7072312" cy="3171045"/>
          </a:xfrm>
          <a:prstGeom prst="rect">
            <a:avLst/>
          </a:prstGeom>
        </p:spPr>
        <p:txBody>
          <a:bodyPr vert="horz" wrap="square" lIns="0" tIns="0" rIns="0" bIns="45720" rtlCol="0">
            <a:noAutofit/>
          </a:bodyPr>
          <a:lstStyle/>
          <a:p>
            <a:pPr lvl="0"/>
            <a:r>
              <a:rPr lang="en-US" dirty="0"/>
              <a:t>Click to edit bullet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A blue and black logo&#10;&#10;Description automatically generated">
            <a:extLst>
              <a:ext uri="{FF2B5EF4-FFF2-40B4-BE49-F238E27FC236}">
                <a16:creationId xmlns:a16="http://schemas.microsoft.com/office/drawing/2014/main" id="{56EBD2BB-939E-8183-DA57-9EBF0EB8BE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/>
          <a:srcRect r="74035"/>
          <a:stretch/>
        </p:blipFill>
        <p:spPr>
          <a:xfrm>
            <a:off x="8366780" y="118792"/>
            <a:ext cx="712936" cy="720000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9E92E5-B5F9-59B9-2C09-DCBBBD1447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073" y="4932002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0F8A716-9FA3-C8CF-6294-DA0CD42E76CF}"/>
              </a:ext>
            </a:extLst>
          </p:cNvPr>
          <p:cNvCxnSpPr/>
          <p:nvPr userDrawn="1"/>
        </p:nvCxnSpPr>
        <p:spPr>
          <a:xfrm>
            <a:off x="0" y="1078706"/>
            <a:ext cx="9144000" cy="0"/>
          </a:xfrm>
          <a:prstGeom prst="line">
            <a:avLst/>
          </a:prstGeom>
          <a:ln w="9525">
            <a:solidFill>
              <a:srgbClr val="3A195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4" r:id="rId1"/>
    <p:sldLayoutId id="2147484015" r:id="rId2"/>
    <p:sldLayoutId id="2147484028" r:id="rId3"/>
    <p:sldLayoutId id="2147484023" r:id="rId4"/>
    <p:sldLayoutId id="2147484025" r:id="rId5"/>
    <p:sldLayoutId id="2147484030" r:id="rId6"/>
    <p:sldLayoutId id="2147484029" r:id="rId7"/>
    <p:sldLayoutId id="2147484027" r:id="rId8"/>
    <p:sldLayoutId id="2147483944" r:id="rId9"/>
    <p:sldLayoutId id="2147483940" r:id="rId10"/>
    <p:sldLayoutId id="2147483947" r:id="rId11"/>
    <p:sldLayoutId id="2147484031" r:id="rId12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lang="en-US" sz="3000" b="0" kern="1200" cap="none" spc="0" baseline="0" dirty="0" smtClean="0">
          <a:solidFill>
            <a:srgbClr val="005094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168275" indent="-168275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Wingdings" panose="05000000000000000000" pitchFamily="2" charset="2"/>
        <a:buChar char="§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1pPr>
      <a:lvl2pPr marL="457200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2pPr>
      <a:lvl3pPr marL="742950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3pPr>
      <a:lvl4pPr marL="10287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4pPr>
      <a:lvl5pPr marL="1312863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97F3F-9EED-8F52-2E31-5C593DDC3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</a:t>
            </a:fld>
            <a:endParaRPr lang="en-IN"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8C1951C4-93AE-4DB7-B5EA-49D22832B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3666" y="1391077"/>
            <a:ext cx="8791510" cy="42434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marR="5080">
              <a:lnSpc>
                <a:spcPct val="136200"/>
              </a:lnSpc>
              <a:spcBef>
                <a:spcPts val="100"/>
              </a:spcBef>
            </a:pPr>
            <a:r>
              <a:rPr lang="en-IN" sz="22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CAPSTONE PROJECT REVIEW </a:t>
            </a:r>
            <a:r>
              <a:rPr lang="en-IN" sz="2200" spc="-1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III</a:t>
            </a:r>
            <a:endParaRPr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bject 5">
            <a:extLst>
              <a:ext uri="{FF2B5EF4-FFF2-40B4-BE49-F238E27FC236}">
                <a16:creationId xmlns:a16="http://schemas.microsoft.com/office/drawing/2014/main" id="{174A5FDC-374E-4C44-807E-379B8C1A7C48}"/>
              </a:ext>
            </a:extLst>
          </p:cNvPr>
          <p:cNvSpPr txBox="1"/>
          <p:nvPr/>
        </p:nvSpPr>
        <p:spPr>
          <a:xfrm>
            <a:off x="123666" y="2107982"/>
            <a:ext cx="9052825" cy="355225"/>
          </a:xfrm>
          <a:prstGeom prst="rect">
            <a:avLst/>
          </a:prstGeom>
        </p:spPr>
        <p:txBody>
          <a:bodyPr vert="horz" wrap="square" lIns="0" tIns="16510" rIns="0" bIns="0" rtlCol="0" anchor="t">
            <a:spAutoFit/>
          </a:bodyPr>
          <a:lstStyle/>
          <a:p>
            <a:pPr marL="12700">
              <a:spcBef>
                <a:spcPts val="130"/>
              </a:spcBef>
            </a:pPr>
            <a:r>
              <a:rPr lang="en-GB" sz="22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Smart Attendance and Interactive Learning Ecosystem.</a:t>
            </a:r>
            <a:endParaRPr lang="en-US" sz="2200" spc="-1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1B52336-9937-42CE-9CD3-1A9FFF08020F}"/>
              </a:ext>
            </a:extLst>
          </p:cNvPr>
          <p:cNvSpPr txBox="1"/>
          <p:nvPr/>
        </p:nvSpPr>
        <p:spPr>
          <a:xfrm>
            <a:off x="123666" y="3860550"/>
            <a:ext cx="6933202" cy="1119922"/>
          </a:xfrm>
          <a:prstGeom prst="rect">
            <a:avLst/>
          </a:prstGeom>
        </p:spPr>
        <p:txBody>
          <a:bodyPr vert="horz" wrap="square" lIns="0" tIns="16510" rIns="0" bIns="0" rtlCol="0" anchor="t">
            <a:spAutoFit/>
          </a:bodyPr>
          <a:lstStyle/>
          <a:p>
            <a:pPr marL="12700" marR="1725295">
              <a:lnSpc>
                <a:spcPct val="100899"/>
              </a:lnSpc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</a:t>
            </a:r>
          </a:p>
          <a:p>
            <a:pPr marL="12700" marR="1725295">
              <a:lnSpc>
                <a:spcPct val="100899"/>
              </a:lnSpc>
            </a:pP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Tavva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Sandeep Kumar Reddy(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23951A66H0)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12700" marR="1725295">
              <a:lnSpc>
                <a:spcPct val="100899"/>
              </a:lnSpc>
            </a:pP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Pavan 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23951A66C0)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12700" marR="1725295">
              <a:lnSpc>
                <a:spcPct val="100899"/>
              </a:lnSpc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Kishore(24955A6651).</a:t>
            </a:r>
            <a:endParaRPr 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FF5F14-B7D7-4625-A8EF-1B0BE817536D}"/>
              </a:ext>
            </a:extLst>
          </p:cNvPr>
          <p:cNvSpPr txBox="1"/>
          <p:nvPr/>
        </p:nvSpPr>
        <p:spPr bwMode="auto">
          <a:xfrm>
            <a:off x="5788180" y="3701244"/>
            <a:ext cx="3388311" cy="1200329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  </a:t>
            </a:r>
          </a:p>
          <a:p>
            <a:r>
              <a:rPr lang="en-GB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Shaik </a:t>
            </a:r>
            <a:r>
              <a:rPr lang="en-GB" spc="-1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Jakeer</a:t>
            </a:r>
            <a:r>
              <a:rPr lang="en-GB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Hussain, Associate Professor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 – (AI &amp; ML).</a:t>
            </a:r>
            <a:endParaRPr lang="en-IN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951E22A2-205D-43E4-85C7-5AF3D8EA7555}"/>
              </a:ext>
            </a:extLst>
          </p:cNvPr>
          <p:cNvSpPr txBox="1">
            <a:spLocks/>
          </p:cNvSpPr>
          <p:nvPr/>
        </p:nvSpPr>
        <p:spPr>
          <a:xfrm>
            <a:off x="123666" y="3351725"/>
            <a:ext cx="8791510" cy="349519"/>
          </a:xfrm>
          <a:prstGeom prst="rect">
            <a:avLst/>
          </a:prstGeom>
        </p:spPr>
        <p:txBody>
          <a:bodyPr vert="horz" wrap="square" lIns="0" tIns="12700" rIns="0" bIns="0" rtlCol="0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4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12700" marR="5080">
              <a:lnSpc>
                <a:spcPct val="136200"/>
              </a:lnSpc>
              <a:spcBef>
                <a:spcPts val="100"/>
              </a:spcBef>
            </a:pPr>
            <a:r>
              <a:rPr lang="en-IN" sz="18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NUMBER: 17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06225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2000" y="1071012"/>
            <a:ext cx="0" cy="3467735"/>
          </a:xfrm>
          <a:custGeom>
            <a:avLst/>
            <a:gdLst/>
            <a:ahLst/>
            <a:cxnLst/>
            <a:rect l="l" t="t" r="r" b="b"/>
            <a:pathLst>
              <a:path h="3467735">
                <a:moveTo>
                  <a:pt x="0" y="0"/>
                </a:moveTo>
                <a:lnTo>
                  <a:pt x="0" y="3467493"/>
                </a:lnTo>
              </a:path>
            </a:pathLst>
          </a:custGeom>
          <a:ln w="19050">
            <a:solidFill>
              <a:srgbClr val="005093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3653" y="1071012"/>
            <a:ext cx="4612850" cy="2810385"/>
          </a:xfrm>
          <a:prstGeom prst="rect">
            <a:avLst/>
          </a:prstGeom>
        </p:spPr>
        <p:txBody>
          <a:bodyPr vert="horz" wrap="square" lIns="0" tIns="88265" rIns="0" bIns="0" rtlCol="0" anchor="t">
            <a:spAutoFit/>
          </a:bodyPr>
          <a:lstStyle/>
          <a:p>
            <a:pPr marL="283845" indent="-271145">
              <a:spcBef>
                <a:spcPts val="695"/>
              </a:spcBef>
              <a:buClr>
                <a:srgbClr val="005093"/>
              </a:buClr>
              <a:buFont typeface="Wingdings"/>
              <a:buChar char=""/>
              <a:tabLst>
                <a:tab pos="283845" algn="l"/>
              </a:tabLst>
            </a:pPr>
            <a:r>
              <a:rPr lang="en-US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 – 3: 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MODELLING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FLOW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AND ARCHITECTURE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sz="1600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RESULTS</a:t>
            </a:r>
          </a:p>
          <a:p>
            <a:pPr marL="469900" lvl="1">
              <a:spcBef>
                <a:spcPts val="695"/>
              </a:spcBef>
              <a:buClr>
                <a:srgbClr val="005093"/>
              </a:buClr>
              <a:tabLst>
                <a:tab pos="283845" algn="l"/>
              </a:tabLst>
            </a:pPr>
            <a:endParaRPr 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endParaRPr 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695"/>
              </a:spcBef>
              <a:buClr>
                <a:srgbClr val="005093"/>
              </a:buClr>
              <a:tabLst>
                <a:tab pos="283845" algn="l"/>
              </a:tabLst>
            </a:pPr>
            <a:endParaRPr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3653" y="372218"/>
            <a:ext cx="7072312" cy="475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">
              <a:lnSpc>
                <a:spcPct val="100000"/>
              </a:lnSpc>
              <a:spcBef>
                <a:spcPts val="105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r>
              <a:rPr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64132" y="1178469"/>
            <a:ext cx="3495675" cy="3467100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76E399F-55E0-4BDB-951D-6A5B065C3946}"/>
              </a:ext>
            </a:extLst>
          </p:cNvPr>
          <p:cNvSpPr txBox="1">
            <a:spLocks/>
          </p:cNvSpPr>
          <p:nvPr/>
        </p:nvSpPr>
        <p:spPr>
          <a:xfrm>
            <a:off x="8629650" y="4817444"/>
            <a:ext cx="514350" cy="32605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B327F5A-7D8F-4012-9A1A-2197D74A174F}" type="slidenum">
              <a:rPr lang="en-IN" sz="1200" smtClean="0">
                <a:solidFill>
                  <a:schemeClr val="bg1"/>
                </a:solidFill>
              </a:rPr>
              <a:pPr algn="r"/>
              <a:t>2</a:t>
            </a:fld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3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b="1"/>
              <a:t>1.Input Modelling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701CA59-BAE9-4C29-B48F-96586977FC02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65463" y="1141977"/>
            <a:ext cx="897853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Primary Data Sources: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Profiles: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Student Roll Nos, Faculty IDs, and Admin Credentials stored in MongoDB.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 Streams: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Real-time QR scans from student mobile profiles and text-based NLP commands from faculty.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 Parameters: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Attendance Data: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Timestamps, Subject Codes, and Roll Call status (Present/Absent).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Performance Metrics: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Daily coding scores (integrated via API) and weekly schedule data.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Structure: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Format: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Dynamic JSON packets transmitted via REST API.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 Input Shape: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Student_ID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Course_ID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Timestamp,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Location_Verify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25250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A38FC-29C1-E364-537E-3B08D456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5821BF-1083-27CD-1111-984C3C8B679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4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0DE1E5D0-165E-509D-0E70-D69A3FDECCC5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1008608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b="1"/>
              <a:t>2. Methodology Flow</a:t>
            </a:r>
          </a:p>
          <a:p>
            <a:pPr marL="45085">
              <a:lnSpc>
                <a:spcPct val="100000"/>
              </a:lnSpc>
              <a:spcBef>
                <a:spcPts val="105"/>
              </a:spcBef>
            </a:pP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078092-A859-0247-97B7-A32033B0EC3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1440" y="1113312"/>
            <a:ext cx="905256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Step 1: Multi-Mode Acquisition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Faculty chooses a mode: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QR Scan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(Instant),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(Roll-call), or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 Chatbot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(Text-based).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is captured via the mobile/web interface and sent to the Node.js backend.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Step 2: NLP Command Processing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parses natural language (e.g., </a:t>
            </a: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"Roll 45 absent, others present"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using a text-processing engine to update the database without manual ticking.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Step 3: Verification &amp; Validation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Cross-referencing the timestamp with the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Master Timetable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ensure attendance is being marked for the correct scheduled hour.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048634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5A6C9-9055-6573-8A0E-0EF1A6921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FA0E39-C8B9-C3E6-FAAF-D432EEBDFD5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5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B00C785-CAE1-CB02-AC39-33FE09262376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1008608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b="1"/>
              <a:t>2. Methodology Flow</a:t>
            </a:r>
          </a:p>
          <a:p>
            <a:pPr marL="45085">
              <a:lnSpc>
                <a:spcPct val="100000"/>
              </a:lnSpc>
              <a:spcBef>
                <a:spcPts val="105"/>
              </a:spcBef>
            </a:pP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9E03110-62AF-413C-8A28-A72029B8EB9C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82731" y="1505233"/>
            <a:ext cx="8978537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Step 4: Gamification &amp; Analysis (Leaderboards)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aggregates "Coding Scores" and updates the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Leaderboard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real-time.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Faculty/Admin views are updated with class-wide performance trends.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Step 5: Alerting &amp; Reporting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If a student's attendance falls below the threshold (e.g., 75%), a real-time alert is triggered on their dashboard.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 generates a "Master Report" for the entire department.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28217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6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3.Proposed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diagram of a computer">
            <a:extLst>
              <a:ext uri="{FF2B5EF4-FFF2-40B4-BE49-F238E27FC236}">
                <a16:creationId xmlns:a16="http://schemas.microsoft.com/office/drawing/2014/main" id="{25831EC7-041F-B0EA-6281-BCD6EB1E1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67" y="1149530"/>
            <a:ext cx="8125096" cy="356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49069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5995-559E-8EA3-3DC0-D1252C68E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750BE3-4B65-317D-7742-BBC53CE7312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7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719171A-B92E-4E1A-8CFD-7B9315F09FDD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3.Proposed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Overview</a:t>
            </a:r>
            <a:endParaRPr lang="en-IN" b="1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A991D41-2DB6-7420-E756-C09C3EB30C48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328307"/>
            <a:ext cx="8938624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Layer 1: Frontend (User Experience)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Role-specific dashboards for Admin, Faculty, and Students.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Layer 2: API Gateway (Node.js)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Handles authentication (JWT) and high-speed data routing.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Layer 3: Data Layer (MongoDB)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Stores Master Timetables, Attendance Logs, and Coding Ranks.</a:t>
            </a:r>
          </a:p>
        </p:txBody>
      </p:sp>
    </p:spTree>
    <p:extLst>
      <p:ext uri="{BB962C8B-B14F-4D97-AF65-F5344CB8AC3E}">
        <p14:creationId xmlns:p14="http://schemas.microsoft.com/office/powerpoint/2010/main" val="10222088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64D51-9F34-9E41-9876-B140E14BB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A8204D-52AC-ADF7-4E32-D70206388ED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8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3333397D-98BE-270D-F6FA-3A095E1560CF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1008608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GB" b="1"/>
              <a:t>4. Expected Results and Discussions</a:t>
            </a:r>
            <a:r>
              <a:rPr lang="en-IN" b="1"/>
              <a:t> </a:t>
            </a:r>
          </a:p>
          <a:p>
            <a:pPr marL="45085">
              <a:lnSpc>
                <a:spcPct val="100000"/>
              </a:lnSpc>
              <a:spcBef>
                <a:spcPts val="105"/>
              </a:spcBef>
            </a:pP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F0E47B-359C-BFC0-468B-C84CA213D790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328122"/>
            <a:ext cx="9077961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Efficiency Target: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Reducing attendance marking time from ~10 minutes (manual) to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&lt;30 seconds (QR/NLP)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Engagement Target: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Improving student participation in technical coding by providing daily rank-based visibility.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Administrative Accuracy: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100% record accuracy through the Admin's ability to modify records and correct manual errors.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system is designed to handle 100+ simultaneous classes and thousands of student logs without latency.</a:t>
            </a:r>
          </a:p>
        </p:txBody>
      </p:sp>
    </p:spTree>
    <p:extLst>
      <p:ext uri="{BB962C8B-B14F-4D97-AF65-F5344CB8AC3E}">
        <p14:creationId xmlns:p14="http://schemas.microsoft.com/office/powerpoint/2010/main" val="265394167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30849E-F7A6-5ED3-F0DD-CF5FC48A9C6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9</a:t>
            </a:fld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0F41802-39C9-442C-A52E-2BA7B3060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6637" y="2445200"/>
            <a:ext cx="6950076" cy="490904"/>
          </a:xfrm>
        </p:spPr>
        <p:txBody>
          <a:bodyPr/>
          <a:lstStyle/>
          <a:p>
            <a:r>
              <a:rPr lang="en-GB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340172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MC Powerpoint Template">
  <a:themeElements>
    <a:clrScheme name="Custom 1">
      <a:dk1>
        <a:srgbClr val="005094"/>
      </a:dk1>
      <a:lt1>
        <a:srgbClr val="FFFFFF"/>
      </a:lt1>
      <a:dk2>
        <a:srgbClr val="FFFFFF"/>
      </a:dk2>
      <a:lt2>
        <a:srgbClr val="FFFFFF"/>
      </a:lt2>
      <a:accent1>
        <a:srgbClr val="005094"/>
      </a:accent1>
      <a:accent2>
        <a:srgbClr val="525252"/>
      </a:accent2>
      <a:accent3>
        <a:srgbClr val="525252"/>
      </a:accent3>
      <a:accent4>
        <a:srgbClr val="005094"/>
      </a:accent4>
      <a:accent5>
        <a:srgbClr val="525252"/>
      </a:accent5>
      <a:accent6>
        <a:srgbClr val="005094"/>
      </a:accent6>
      <a:hlink>
        <a:srgbClr val="525252"/>
      </a:hlink>
      <a:folHlink>
        <a:srgbClr val="005094"/>
      </a:folHlink>
    </a:clrScheme>
    <a:fontScheme name="Montgomery College 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51237F"/>
        </a:solidFill>
        <a:ln w="19050" algn="ctr">
          <a:noFill/>
          <a:miter lim="800000"/>
          <a:headEnd/>
          <a:tailEnd/>
        </a:ln>
      </a:spPr>
      <a:bodyPr wrap="none" rtlCol="0" anchor="ctr"/>
      <a:lstStyle>
        <a:defPPr algn="ctr">
          <a:lnSpc>
            <a:spcPct val="90000"/>
          </a:lnSpc>
          <a:defRPr sz="1600" b="1" dirty="0" err="1" smtClean="0">
            <a:solidFill>
              <a:schemeClr val="bg1"/>
            </a:solidFill>
            <a:latin typeface="+mj-lt"/>
          </a:defRPr>
        </a:defPPr>
      </a:lstStyle>
    </a:spDef>
    <a:lnDef>
      <a:spPr>
        <a:ln w="2857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19050" algn="ctr">
          <a:noFill/>
          <a:miter lim="800000"/>
          <a:headEnd/>
          <a:tailEnd/>
        </a:ln>
      </a:spPr>
      <a:bodyPr wrap="square" lIns="0" tIns="0" rIns="0" bIns="0" rtlCol="0">
        <a:spAutoFit/>
      </a:bodyPr>
      <a:lstStyle>
        <a:defPPr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Coalesse Palette">
      <a:dk1>
        <a:sysClr val="windowText" lastClr="000000"/>
      </a:dk1>
      <a:lt1>
        <a:sysClr val="window" lastClr="FFFFFF"/>
      </a:lt1>
      <a:dk2>
        <a:srgbClr val="342B2A"/>
      </a:dk2>
      <a:lt2>
        <a:srgbClr val="DAD6CB"/>
      </a:lt2>
      <a:accent1>
        <a:srgbClr val="E55302"/>
      </a:accent1>
      <a:accent2>
        <a:srgbClr val="5F3032"/>
      </a:accent2>
      <a:accent3>
        <a:srgbClr val="005774"/>
      </a:accent3>
      <a:accent4>
        <a:srgbClr val="9BA03C"/>
      </a:accent4>
      <a:accent5>
        <a:srgbClr val="34AA71"/>
      </a:accent5>
      <a:accent6>
        <a:srgbClr val="F3BD48"/>
      </a:accent6>
      <a:hlink>
        <a:srgbClr val="34AA71"/>
      </a:hlink>
      <a:folHlink>
        <a:srgbClr val="8C8C8C"/>
      </a:folHlink>
    </a:clrScheme>
    <a:fontScheme name="Coalesse">
      <a:majorFont>
        <a:latin typeface="Arial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oalesse Palette">
      <a:dk1>
        <a:sysClr val="windowText" lastClr="000000"/>
      </a:dk1>
      <a:lt1>
        <a:sysClr val="window" lastClr="FFFFFF"/>
      </a:lt1>
      <a:dk2>
        <a:srgbClr val="342B2A"/>
      </a:dk2>
      <a:lt2>
        <a:srgbClr val="DAD6CB"/>
      </a:lt2>
      <a:accent1>
        <a:srgbClr val="E55302"/>
      </a:accent1>
      <a:accent2>
        <a:srgbClr val="5F3032"/>
      </a:accent2>
      <a:accent3>
        <a:srgbClr val="005774"/>
      </a:accent3>
      <a:accent4>
        <a:srgbClr val="9BA03C"/>
      </a:accent4>
      <a:accent5>
        <a:srgbClr val="34AA71"/>
      </a:accent5>
      <a:accent6>
        <a:srgbClr val="F3BD48"/>
      </a:accent6>
      <a:hlink>
        <a:srgbClr val="34AA71"/>
      </a:hlink>
      <a:folHlink>
        <a:srgbClr val="8C8C8C"/>
      </a:folHlink>
    </a:clrScheme>
    <a:fontScheme name="Coalesse">
      <a:majorFont>
        <a:latin typeface="Arial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</TotalTime>
  <Words>632</Words>
  <Application>Microsoft Office PowerPoint</Application>
  <PresentationFormat>On-screen Show (16:9)</PresentationFormat>
  <Paragraphs>97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Courier New</vt:lpstr>
      <vt:lpstr>Arial</vt:lpstr>
      <vt:lpstr>Wingdings</vt:lpstr>
      <vt:lpstr>Garamond</vt:lpstr>
      <vt:lpstr>Arial MT</vt:lpstr>
      <vt:lpstr>Times New Roman</vt:lpstr>
      <vt:lpstr>MC Powerpoint Template</vt:lpstr>
      <vt:lpstr>CAPSTONE PROJECT REVIEW - III</vt:lpstr>
      <vt:lpstr>Contents of the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SANDEEP KUMAR REDDY TAVVA</dc:creator>
  <cp:lastModifiedBy>SANDEEP KUMAR REDDY TAVVA</cp:lastModifiedBy>
  <cp:revision>207</cp:revision>
  <dcterms:created xsi:type="dcterms:W3CDTF">2016-09-09T13:34:50Z</dcterms:created>
  <dcterms:modified xsi:type="dcterms:W3CDTF">2025-12-22T14:52:59Z</dcterms:modified>
</cp:coreProperties>
</file>