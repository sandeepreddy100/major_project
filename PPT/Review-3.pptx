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32" r:id="rId1"/>
  </p:sldMasterIdLst>
  <p:notesMasterIdLst>
    <p:notesMasterId r:id="rId11"/>
  </p:notesMasterIdLst>
  <p:handoutMasterIdLst>
    <p:handoutMasterId r:id="rId12"/>
  </p:handoutMasterIdLst>
  <p:sldIdLst>
    <p:sldId id="573" r:id="rId2"/>
    <p:sldId id="257" r:id="rId3"/>
    <p:sldId id="504" r:id="rId4"/>
    <p:sldId id="570" r:id="rId5"/>
    <p:sldId id="571" r:id="rId6"/>
    <p:sldId id="546" r:id="rId7"/>
    <p:sldId id="569" r:id="rId8"/>
    <p:sldId id="572" r:id="rId9"/>
    <p:sldId id="514" r:id="rId10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59596"/>
    <a:srgbClr val="3A195B"/>
    <a:srgbClr val="005094"/>
    <a:srgbClr val="004170"/>
    <a:srgbClr val="F0F1F1"/>
    <a:srgbClr val="004670"/>
    <a:srgbClr val="00468C"/>
    <a:srgbClr val="004D8E"/>
    <a:srgbClr val="145094"/>
    <a:srgbClr val="00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2475B-F1E0-4AED-A3A8-CA7C01DC8D5D}" v="3" dt="2026-01-19T07:08:18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86425" autoAdjust="0"/>
  </p:normalViewPr>
  <p:slideViewPr>
    <p:cSldViewPr snapToGrid="0" showGuides="1">
      <p:cViewPr varScale="1">
        <p:scale>
          <a:sx n="73" d="100"/>
          <a:sy n="73" d="100"/>
        </p:scale>
        <p:origin x="1220" y="276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KUMAR REDDY TAVVA" userId="10a689a2c5b210cf" providerId="LiveId" clId="{F7CA484F-DC9C-467D-A897-77F417B2FB0F}"/>
    <pc:docChg chg="custSel addSld delSld modSld">
      <pc:chgData name="SANDEEP KUMAR REDDY TAVVA" userId="10a689a2c5b210cf" providerId="LiveId" clId="{F7CA484F-DC9C-467D-A897-77F417B2FB0F}" dt="2025-12-22T14:52:58.761" v="14" actId="20577"/>
      <pc:docMkLst>
        <pc:docMk/>
      </pc:docMkLst>
      <pc:sldChg chg="addSp delSp modSp mod">
        <pc:chgData name="SANDEEP KUMAR REDDY TAVVA" userId="10a689a2c5b210cf" providerId="LiveId" clId="{F7CA484F-DC9C-467D-A897-77F417B2FB0F}" dt="2025-12-22T13:21:31.497" v="9" actId="14100"/>
        <pc:sldMkLst>
          <pc:docMk/>
          <pc:sldMk cId="1765490695" sldId="546"/>
        </pc:sldMkLst>
      </pc:sldChg>
      <pc:sldChg chg="modSp add mod">
        <pc:chgData name="SANDEEP KUMAR REDDY TAVVA" userId="10a689a2c5b210cf" providerId="LiveId" clId="{F7CA484F-DC9C-467D-A897-77F417B2FB0F}" dt="2025-12-22T14:52:58.761" v="14" actId="20577"/>
        <pc:sldMkLst>
          <pc:docMk/>
          <pc:sldMk cId="4190622535" sldId="573"/>
        </pc:sldMkLst>
        <pc:spChg chg="mod">
          <ac:chgData name="SANDEEP KUMAR REDDY TAVVA" userId="10a689a2c5b210cf" providerId="LiveId" clId="{F7CA484F-DC9C-467D-A897-77F417B2FB0F}" dt="2025-12-22T14:52:58.761" v="14" actId="20577"/>
          <ac:spMkLst>
            <pc:docMk/>
            <pc:sldMk cId="4190622535" sldId="573"/>
            <ac:spMk id="12" creationId="{8C1951C4-93AE-4DB7-B5EA-49D22832BBB9}"/>
          </ac:spMkLst>
        </pc:spChg>
      </pc:sldChg>
    </pc:docChg>
  </pc:docChgLst>
  <pc:docChgLst>
    <pc:chgData name="SANDEEP KUMAR REDDY TAVVA" userId="10a689a2c5b210cf" providerId="LiveId" clId="{BA029B44-F033-462E-91A3-7CABCAE711FD}"/>
    <pc:docChg chg="custSel modSld">
      <pc:chgData name="SANDEEP KUMAR REDDY TAVVA" userId="10a689a2c5b210cf" providerId="LiveId" clId="{BA029B44-F033-462E-91A3-7CABCAE711FD}" dt="2026-01-19T07:08:21.807" v="17" actId="1076"/>
      <pc:docMkLst>
        <pc:docMk/>
      </pc:docMkLst>
      <pc:sldChg chg="modSp mod">
        <pc:chgData name="SANDEEP KUMAR REDDY TAVVA" userId="10a689a2c5b210cf" providerId="LiveId" clId="{BA029B44-F033-462E-91A3-7CABCAE711FD}" dt="2026-01-18T12:02:08.208" v="2"/>
        <pc:sldMkLst>
          <pc:docMk/>
          <pc:sldMk cId="2215252507" sldId="504"/>
        </pc:sldMkLst>
        <pc:spChg chg="mod">
          <ac:chgData name="SANDEEP KUMAR REDDY TAVVA" userId="10a689a2c5b210cf" providerId="LiveId" clId="{BA029B44-F033-462E-91A3-7CABCAE711FD}" dt="2026-01-18T12:02:08.208" v="2"/>
          <ac:spMkLst>
            <pc:docMk/>
            <pc:sldMk cId="2215252507" sldId="504"/>
            <ac:spMk id="4" creationId="{C701CA59-BAE9-4C29-B48F-96586977FC02}"/>
          </ac:spMkLst>
        </pc:spChg>
      </pc:sldChg>
      <pc:sldChg chg="addSp delSp modSp mod">
        <pc:chgData name="SANDEEP KUMAR REDDY TAVVA" userId="10a689a2c5b210cf" providerId="LiveId" clId="{BA029B44-F033-462E-91A3-7CABCAE711FD}" dt="2026-01-19T07:08:21.807" v="17" actId="1076"/>
        <pc:sldMkLst>
          <pc:docMk/>
          <pc:sldMk cId="1765490695" sldId="546"/>
        </pc:sldMkLst>
        <pc:picChg chg="add mod">
          <ac:chgData name="SANDEEP KUMAR REDDY TAVVA" userId="10a689a2c5b210cf" providerId="LiveId" clId="{BA029B44-F033-462E-91A3-7CABCAE711FD}" dt="2026-01-19T07:08:21.807" v="17" actId="1076"/>
          <ac:picMkLst>
            <pc:docMk/>
            <pc:sldMk cId="1765490695" sldId="546"/>
            <ac:picMk id="4" creationId="{DC95EA71-1B02-54E2-9A65-0ED34D7DABF7}"/>
          </ac:picMkLst>
        </pc:picChg>
        <pc:picChg chg="del">
          <ac:chgData name="SANDEEP KUMAR REDDY TAVVA" userId="10a689a2c5b210cf" providerId="LiveId" clId="{BA029B44-F033-462E-91A3-7CABCAE711FD}" dt="2026-01-19T07:08:08.136" v="15" actId="478"/>
          <ac:picMkLst>
            <pc:docMk/>
            <pc:sldMk cId="1765490695" sldId="546"/>
            <ac:picMk id="5" creationId="{25831EC7-041F-B0EA-6281-BCD6EB1E16B1}"/>
          </ac:picMkLst>
        </pc:picChg>
      </pc:sldChg>
      <pc:sldChg chg="modSp mod">
        <pc:chgData name="SANDEEP KUMAR REDDY TAVVA" userId="10a689a2c5b210cf" providerId="LiveId" clId="{BA029B44-F033-462E-91A3-7CABCAE711FD}" dt="2026-01-18T12:04:07.324" v="12" actId="12"/>
        <pc:sldMkLst>
          <pc:docMk/>
          <pc:sldMk cId="1810486344" sldId="570"/>
        </pc:sldMkLst>
        <pc:spChg chg="mod">
          <ac:chgData name="SANDEEP KUMAR REDDY TAVVA" userId="10a689a2c5b210cf" providerId="LiveId" clId="{BA029B44-F033-462E-91A3-7CABCAE711FD}" dt="2026-01-18T12:04:07.324" v="12" actId="12"/>
          <ac:spMkLst>
            <pc:docMk/>
            <pc:sldMk cId="1810486344" sldId="570"/>
            <ac:spMk id="4" creationId="{07078092-A859-0247-97B7-A32033B0EC36}"/>
          </ac:spMkLst>
        </pc:spChg>
      </pc:sldChg>
      <pc:sldChg chg="modSp mod">
        <pc:chgData name="SANDEEP KUMAR REDDY TAVVA" userId="10a689a2c5b210cf" providerId="LiveId" clId="{BA029B44-F033-462E-91A3-7CABCAE711FD}" dt="2026-01-18T12:06:25.997" v="14" actId="20577"/>
        <pc:sldMkLst>
          <pc:docMk/>
          <pc:sldMk cId="2653941675" sldId="572"/>
        </pc:sldMkLst>
        <pc:spChg chg="mod">
          <ac:chgData name="SANDEEP KUMAR REDDY TAVVA" userId="10a689a2c5b210cf" providerId="LiveId" clId="{BA029B44-F033-462E-91A3-7CABCAE711FD}" dt="2026-01-18T12:06:25.997" v="14" actId="20577"/>
          <ac:spMkLst>
            <pc:docMk/>
            <pc:sldMk cId="2653941675" sldId="572"/>
            <ac:spMk id="4" creationId="{12F0E47B-359C-BFC0-468B-C84CA213D7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99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308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739F-82AF-92CD-E44B-07AC4A4F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C1EBC-D359-BAB1-039D-FD63DBCFF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D0882-DA3A-8507-09A2-2B950576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030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6364-ECE4-B359-72CA-C7D73901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871DA-793D-11ED-A272-669DB718A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84D01-E9CB-AB0D-4CB1-566FD9315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844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086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E229-4AAF-A5AB-4284-DE6B2456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76D90-B77A-487A-2351-EA6AB0308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99C42-DC6A-C53F-A459-C2B169B49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421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9F01-E478-215C-ECA2-9C39D2D0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70149-7783-E0C1-60DB-F05AC3633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75495-DBE9-9339-3882-957AE8641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963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73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D56BE9-ED9B-1FEE-F84B-DA5E5E0CB59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F92A8D1A-8087-B713-B792-1196676E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61680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691628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B1CD1D-46EF-C274-B1E4-D70331800E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35503" y="485946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F311B5-18DE-CC24-B154-2E2E9BB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0FBAE2-C3C6-48CA-66CF-D7F40E6E5D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80BC2AA-5EE6-7B52-BA8C-83089B779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3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9A92129A-0811-4A8A-836A-70F8CEA8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2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26793" y="485977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624EA4-4987-93B2-9F41-13E6B95F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12373A8-F430-2AB4-654C-8FAFF8BC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6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3B0951-F521-1E5E-E4BC-A9A329C08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23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6C6F62-ED0F-2FA7-A0A0-9AE79283E8FF}"/>
              </a:ext>
            </a:extLst>
          </p:cNvPr>
          <p:cNvSpPr/>
          <p:nvPr userDrawn="1"/>
        </p:nvSpPr>
        <p:spPr bwMode="auto">
          <a:xfrm>
            <a:off x="4719588" y="1143000"/>
            <a:ext cx="4073090" cy="3676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3CB75A5-C7CB-2DB8-4C55-16FC38CE16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494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F3B42D-C50E-33BB-B7E9-3C8F2C8CDE29}"/>
              </a:ext>
            </a:extLst>
          </p:cNvPr>
          <p:cNvSpPr/>
          <p:nvPr userDrawn="1"/>
        </p:nvSpPr>
        <p:spPr bwMode="auto">
          <a:xfrm>
            <a:off x="442761" y="1143000"/>
            <a:ext cx="8349917" cy="3670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23D3D4-9F97-9AAC-983C-389847374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42761" y="1143000"/>
            <a:ext cx="8349916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8EDF24D-2644-DA9D-EFD0-4B9BBBE37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00C8CE-3F16-A12B-7A24-DA8017CA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B372A-77B5-31B3-E290-AB03B86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9FCD054-2ACB-3400-A961-62B89EF009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50F4DCF-0EC0-663F-41C6-AC6F61393C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D649393-7F7F-376A-0550-E4D3CFFD7A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EE34C1-3461-53B5-31B6-6C5EA7C7518D}"/>
              </a:ext>
            </a:extLst>
          </p:cNvPr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BC0876D-534B-C445-D5AC-3F90E89F50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D7F17-64E9-A89C-A05F-98433E4742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F9A6E86-2C50-5A08-8E59-26135CF128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252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112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84972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932002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F8A716-9FA3-C8CF-6294-DA0CD42E76CF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3A1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30" r:id="rId6"/>
    <p:sldLayoutId id="2147484029" r:id="rId7"/>
    <p:sldLayoutId id="2147484027" r:id="rId8"/>
    <p:sldLayoutId id="2147483944" r:id="rId9"/>
    <p:sldLayoutId id="2147483940" r:id="rId10"/>
    <p:sldLayoutId id="2147483947" r:id="rId11"/>
    <p:sldLayoutId id="2147484031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8C1951C4-93AE-4DB7-B5EA-49D22832B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666" y="1391077"/>
            <a:ext cx="8791510" cy="4243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REVIEW </a:t>
            </a:r>
            <a:r>
              <a:rPr lang="en-IN" sz="2200" spc="-1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III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174A5FDC-374E-4C44-807E-379B8C1A7C48}"/>
              </a:ext>
            </a:extLst>
          </p:cNvPr>
          <p:cNvSpPr txBox="1"/>
          <p:nvPr/>
        </p:nvSpPr>
        <p:spPr>
          <a:xfrm>
            <a:off x="123666" y="2107982"/>
            <a:ext cx="9052825" cy="355225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GB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Smart Attendance and Interactive Learning Ecosystem.</a:t>
            </a:r>
            <a:endParaRPr lang="en-US" sz="2200" spc="-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B52336-9937-42CE-9CD3-1A9FFF08020F}"/>
              </a:ext>
            </a:extLst>
          </p:cNvPr>
          <p:cNvSpPr txBox="1"/>
          <p:nvPr/>
        </p:nvSpPr>
        <p:spPr>
          <a:xfrm>
            <a:off x="123666" y="3860550"/>
            <a:ext cx="6933202" cy="1119922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Tavva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Sandeep Kumar Reddy(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23951A66H0)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23951A66C0)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Kishore(24955A6651).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F5F14-B7D7-4625-A8EF-1B0BE817536D}"/>
              </a:ext>
            </a:extLst>
          </p:cNvPr>
          <p:cNvSpPr txBox="1"/>
          <p:nvPr/>
        </p:nvSpPr>
        <p:spPr bwMode="auto">
          <a:xfrm>
            <a:off x="5788180" y="3701244"/>
            <a:ext cx="3388311" cy="120032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</a:p>
          <a:p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Shaik </a:t>
            </a:r>
            <a:r>
              <a:rPr lang="en-GB" spc="-1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Jakeer</a:t>
            </a:r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Hussain, Associate Professor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– (AI &amp; ML).</a:t>
            </a:r>
            <a:endParaRPr lang="en-IN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951E22A2-205D-43E4-85C7-5AF3D8EA7555}"/>
              </a:ext>
            </a:extLst>
          </p:cNvPr>
          <p:cNvSpPr txBox="1">
            <a:spLocks/>
          </p:cNvSpPr>
          <p:nvPr/>
        </p:nvSpPr>
        <p:spPr>
          <a:xfrm>
            <a:off x="123666" y="3351725"/>
            <a:ext cx="8791510" cy="349519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1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17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62253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1071012"/>
            <a:ext cx="0" cy="3467735"/>
          </a:xfrm>
          <a:custGeom>
            <a:avLst/>
            <a:gdLst/>
            <a:ahLst/>
            <a:cxnLst/>
            <a:rect l="l" t="t" r="r" b="b"/>
            <a:pathLst>
              <a:path h="3467735">
                <a:moveTo>
                  <a:pt x="0" y="0"/>
                </a:moveTo>
                <a:lnTo>
                  <a:pt x="0" y="3467493"/>
                </a:lnTo>
              </a:path>
            </a:pathLst>
          </a:custGeom>
          <a:ln w="19050">
            <a:solidFill>
              <a:srgbClr val="00509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653" y="1071012"/>
            <a:ext cx="4612850" cy="2810385"/>
          </a:xfrm>
          <a:prstGeom prst="rect">
            <a:avLst/>
          </a:prstGeom>
        </p:spPr>
        <p:txBody>
          <a:bodyPr vert="horz" wrap="square" lIns="0" tIns="88265" rIns="0" bIns="0" rtlCol="0" anchor="t">
            <a:spAutoFit/>
          </a:bodyPr>
          <a:lstStyle/>
          <a:p>
            <a:pPr marL="283845" indent="-271145">
              <a:spcBef>
                <a:spcPts val="695"/>
              </a:spcBef>
              <a:buClr>
                <a:srgbClr val="005093"/>
              </a:buClr>
              <a:buFont typeface="Wingdings"/>
              <a:buChar char=""/>
              <a:tabLst>
                <a:tab pos="283845" algn="l"/>
              </a:tabLst>
            </a:pPr>
            <a:r>
              <a:rPr lang="en-US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3: 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MODELLING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FLOW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ARCHITECTURE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</a:p>
          <a:p>
            <a:pPr marL="469900" lvl="1">
              <a:spcBef>
                <a:spcPts val="695"/>
              </a:spcBef>
              <a:buClr>
                <a:srgbClr val="005093"/>
              </a:buClr>
              <a:tabLst>
                <a:tab pos="283845" algn="l"/>
              </a:tabLst>
            </a:pPr>
            <a:endParaRPr 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endParaRPr 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buClr>
                <a:srgbClr val="005093"/>
              </a:buClr>
              <a:tabLst>
                <a:tab pos="283845" algn="l"/>
              </a:tabLst>
            </a:pPr>
            <a:endParaRPr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653" y="372218"/>
            <a:ext cx="7072312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4132" y="1178469"/>
            <a:ext cx="3495675" cy="3467100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76E399F-55E0-4BDB-951D-6A5B065C3946}"/>
              </a:ext>
            </a:extLst>
          </p:cNvPr>
          <p:cNvSpPr txBox="1">
            <a:spLocks/>
          </p:cNvSpPr>
          <p:nvPr/>
        </p:nvSpPr>
        <p:spPr>
          <a:xfrm>
            <a:off x="8629650" y="4817444"/>
            <a:ext cx="514350" cy="3260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B327F5A-7D8F-4012-9A1A-2197D74A174F}" type="slidenum">
              <a:rPr lang="en-IN" sz="1200" smtClean="0">
                <a:solidFill>
                  <a:schemeClr val="bg1"/>
                </a:solidFill>
              </a:rPr>
              <a:pPr algn="r"/>
              <a:t>2</a:t>
            </a:fld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b="1"/>
              <a:t>1.Input Modelling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01CA59-BAE9-4C29-B48F-96586977FC0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5463" y="1141977"/>
            <a:ext cx="897853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Sources: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Roll Nos, Faculty IDs, and Admin Credentials stored in MongoDB.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Streams: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QR scans from student mobile profiles 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Manual Override logs from the Faculty dashboard for exception handling.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Timestamps, Subject Codes, and Roll Call status (Present/Absent).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Daily coding scores (integrated via API) and weekly schedule data.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Dynamic JSON packets transmitted via REST API.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Input Shape: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Timestamp,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Location_Verify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25250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38FC-29C1-E364-537E-3B08D456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821BF-1083-27CD-1111-984C3C8B67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DE1E5D0-165E-509D-0E70-D69A3FDECCC5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1008608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b="1"/>
              <a:t>2. Methodology Flow</a:t>
            </a:r>
          </a:p>
          <a:p>
            <a:pPr marL="45085">
              <a:lnSpc>
                <a:spcPct val="100000"/>
              </a:lnSpc>
              <a:spcBef>
                <a:spcPts val="105"/>
              </a:spcBef>
            </a:pP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078092-A859-0247-97B7-A32033B0EC3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40" y="1221034"/>
            <a:ext cx="905256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Multi-Mode Acquisition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chooses a mode: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 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(Instant),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(Roll-call), 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Bulk Manual Entry.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captured via the mobile/web interface and sent to the Node.js backend.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Validation: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GB" altLang="en-US" sz="14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GB" altLang="en-US" sz="140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cross-verifies QR timestamps against the Master Timetable to prevent 'buddy punching’.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GB" altLang="en-US" sz="1400" b="1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Verification &amp; Validation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Cross-referencing the timestamp with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 Timetable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attendance is being marked for the correct scheduled hour.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4863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A6C9-9055-6573-8A0E-0EF1A692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A0E39-C8B9-C3E6-FAAF-D432EEBDFD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B00C785-CAE1-CB02-AC39-33FE09262376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1008608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b="1"/>
              <a:t>2. Methodology Flow</a:t>
            </a:r>
          </a:p>
          <a:p>
            <a:pPr marL="45085">
              <a:lnSpc>
                <a:spcPct val="100000"/>
              </a:lnSpc>
              <a:spcBef>
                <a:spcPts val="105"/>
              </a:spcBef>
            </a:pP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E03110-62AF-413C-8A28-A72029B8EB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731" y="1505233"/>
            <a:ext cx="897853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Gamification &amp; Analysis (Leaderboards)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aggregates "Coding Scores" and updates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Faculty/Admin views are updated with class-wide performance trends.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 Alerting &amp; Reporting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student's attendance falls below the threshold (e.g., 75%), a real-time alert is triggered on their dashboard.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generates a "Master Report" for the entire department.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2821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3.Proposed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5EA71-1B02-54E2-9A65-0ED34D7DAB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661" y="1427117"/>
            <a:ext cx="4635500" cy="2933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549069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5995-559E-8EA3-3DC0-D1252C68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750BE3-4B65-317D-7742-BBC53CE7312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719171A-B92E-4E1A-8CFD-7B9315F09FDD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3.Proposed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991D41-2DB6-7420-E756-C09C3EB30C4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328307"/>
            <a:ext cx="893862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1: Frontend (User Experience)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Role-specific dashboards for Admin, Faculty, and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2: API Gateway (Node.js)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Handles authentication (JWT) and high-speed data routing.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3: Data Layer (MongoDB)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Stores Master Timetables, Attendance Logs, and Coding Ranks.</a:t>
            </a:r>
          </a:p>
        </p:txBody>
      </p:sp>
    </p:spTree>
    <p:extLst>
      <p:ext uri="{BB962C8B-B14F-4D97-AF65-F5344CB8AC3E}">
        <p14:creationId xmlns:p14="http://schemas.microsoft.com/office/powerpoint/2010/main" val="1022208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4D51-9F34-9E41-9876-B140E14BB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A8204D-52AC-ADF7-4E32-D70206388E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333397D-98BE-270D-F6FA-3A095E1560CF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1008608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b="1"/>
              <a:t>4. Expected Results and Discussions</a:t>
            </a:r>
            <a:r>
              <a:rPr lang="en-IN" b="1"/>
              <a:t> </a:t>
            </a:r>
          </a:p>
          <a:p>
            <a:pPr marL="45085">
              <a:lnSpc>
                <a:spcPct val="100000"/>
              </a:lnSpc>
              <a:spcBef>
                <a:spcPts val="105"/>
              </a:spcBef>
            </a:pP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F0E47B-359C-BFC0-468B-C84CA213D79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451233"/>
            <a:ext cx="907796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Target: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Reducing attendance marking time... to &lt;30 seconds via optimized QR flows.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Target: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Improving student participation in technical coding by providing daily rank-based visibility.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Accuracy: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100% record accuracy through the Admin's ability to modify records and correct manual errors.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designed to handle 100+ simultaneous classes and thousands of student logs without latency.</a:t>
            </a:r>
          </a:p>
        </p:txBody>
      </p:sp>
    </p:spTree>
    <p:extLst>
      <p:ext uri="{BB962C8B-B14F-4D97-AF65-F5344CB8AC3E}">
        <p14:creationId xmlns:p14="http://schemas.microsoft.com/office/powerpoint/2010/main" val="26539416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0849E-F7A6-5ED3-F0DD-CF5FC48A9C6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F41802-39C9-442C-A52E-2BA7B306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490904"/>
          </a:xfrm>
        </p:spPr>
        <p:txBody>
          <a:bodyPr/>
          <a:lstStyle/>
          <a:p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340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611</Words>
  <Application>Microsoft Office PowerPoint</Application>
  <PresentationFormat>On-screen Show (16:9)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Times New Roman</vt:lpstr>
      <vt:lpstr>Wingdings</vt:lpstr>
      <vt:lpstr>Garamond</vt:lpstr>
      <vt:lpstr>Arial MT</vt:lpstr>
      <vt:lpstr>Courier New</vt:lpstr>
      <vt:lpstr>MC Powerpoint Template</vt:lpstr>
      <vt:lpstr>CAPSTONE PROJECT REVIEW - III</vt:lpstr>
      <vt:lpstr>Contents of the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SANDEEP KUMAR REDDY TAVVA</dc:creator>
  <cp:lastModifiedBy>SANDEEP KUMAR REDDY TAVVA</cp:lastModifiedBy>
  <cp:revision>207</cp:revision>
  <dcterms:created xsi:type="dcterms:W3CDTF">2016-09-09T13:34:50Z</dcterms:created>
  <dcterms:modified xsi:type="dcterms:W3CDTF">2026-01-19T07:08:26Z</dcterms:modified>
</cp:coreProperties>
</file>